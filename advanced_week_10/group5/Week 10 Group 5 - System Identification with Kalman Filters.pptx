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sldIdLst>
    <p:sldId id="256" r:id="rId5"/>
    <p:sldId id="268" r:id="rId6"/>
    <p:sldId id="269" r:id="rId7"/>
    <p:sldId id="264" r:id="rId8"/>
    <p:sldId id="265" r:id="rId9"/>
    <p:sldId id="266" r:id="rId10"/>
    <p:sldId id="257" r:id="rId11"/>
    <p:sldId id="267" r:id="rId12"/>
    <p:sldId id="271" r:id="rId13"/>
    <p:sldId id="270" r:id="rId14"/>
    <p:sldId id="272" r:id="rId15"/>
    <p:sldId id="273" r:id="rId16"/>
    <p:sldId id="274" r:id="rId17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475"/>
    <a:srgbClr val="BBA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A8029-368D-FBC8-7738-EB31BB4B9BA1}" v="3" dt="2025-11-14T11:56:39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como Gardella" userId="aee69dfe-4f7c-439f-84a2-9ab897dcbb08" providerId="ADAL" clId="{C745AE1D-B006-4FCD-AC2C-51C736C9724E}"/>
    <pc:docChg chg="undo custSel addSld delSld modSld">
      <pc:chgData name="Giacomo Gardella" userId="aee69dfe-4f7c-439f-84a2-9ab897dcbb08" providerId="ADAL" clId="{C745AE1D-B006-4FCD-AC2C-51C736C9724E}" dt="2025-11-07T01:35:05.418" v="773" actId="1076"/>
      <pc:docMkLst>
        <pc:docMk/>
      </pc:docMkLst>
      <pc:sldChg chg="modSp mod">
        <pc:chgData name="Giacomo Gardella" userId="aee69dfe-4f7c-439f-84a2-9ab897dcbb08" providerId="ADAL" clId="{C745AE1D-B006-4FCD-AC2C-51C736C9724E}" dt="2025-11-06T22:11:27.593" v="174" actId="20577"/>
        <pc:sldMkLst>
          <pc:docMk/>
          <pc:sldMk cId="3243102052" sldId="256"/>
        </pc:sldMkLst>
        <pc:spChg chg="mod">
          <ac:chgData name="Giacomo Gardella" userId="aee69dfe-4f7c-439f-84a2-9ab897dcbb08" providerId="ADAL" clId="{C745AE1D-B006-4FCD-AC2C-51C736C9724E}" dt="2025-11-06T22:04:34.980" v="64" actId="20577"/>
          <ac:spMkLst>
            <pc:docMk/>
            <pc:sldMk cId="3243102052" sldId="256"/>
            <ac:spMk id="2" creationId="{00000000-0000-0000-0000-000000000000}"/>
          </ac:spMkLst>
        </pc:spChg>
        <pc:spChg chg="mod">
          <ac:chgData name="Giacomo Gardella" userId="aee69dfe-4f7c-439f-84a2-9ab897dcbb08" providerId="ADAL" clId="{C745AE1D-B006-4FCD-AC2C-51C736C9724E}" dt="2025-11-06T22:11:27.593" v="174" actId="20577"/>
          <ac:spMkLst>
            <pc:docMk/>
            <pc:sldMk cId="3243102052" sldId="256"/>
            <ac:spMk id="3" creationId="{00000000-0000-0000-0000-000000000000}"/>
          </ac:spMkLst>
        </pc:spChg>
      </pc:sldChg>
      <pc:sldChg chg="addSp delSp modSp mod">
        <pc:chgData name="Giacomo Gardella" userId="aee69dfe-4f7c-439f-84a2-9ab897dcbb08" providerId="ADAL" clId="{C745AE1D-B006-4FCD-AC2C-51C736C9724E}" dt="2025-11-07T00:11:40.566" v="628" actId="22"/>
        <pc:sldMkLst>
          <pc:docMk/>
          <pc:sldMk cId="3374691810" sldId="257"/>
        </pc:sldMkLst>
        <pc:picChg chg="add">
          <ac:chgData name="Giacomo Gardella" userId="aee69dfe-4f7c-439f-84a2-9ab897dcbb08" providerId="ADAL" clId="{C745AE1D-B006-4FCD-AC2C-51C736C9724E}" dt="2025-11-07T00:11:40.566" v="628" actId="22"/>
          <ac:picMkLst>
            <pc:docMk/>
            <pc:sldMk cId="3374691810" sldId="257"/>
            <ac:picMk id="5" creationId="{19FBBE9A-E621-51A5-364E-80091CDBF60A}"/>
          </ac:picMkLst>
        </pc:picChg>
      </pc:sldChg>
      <pc:sldChg chg="addSp delSp modSp mod">
        <pc:chgData name="Giacomo Gardella" userId="aee69dfe-4f7c-439f-84a2-9ab897dcbb08" providerId="ADAL" clId="{C745AE1D-B006-4FCD-AC2C-51C736C9724E}" dt="2025-11-07T00:06:59.198" v="620" actId="1076"/>
        <pc:sldMkLst>
          <pc:docMk/>
          <pc:sldMk cId="4221083556" sldId="264"/>
        </pc:sldMkLst>
        <pc:picChg chg="add mod">
          <ac:chgData name="Giacomo Gardella" userId="aee69dfe-4f7c-439f-84a2-9ab897dcbb08" providerId="ADAL" clId="{C745AE1D-B006-4FCD-AC2C-51C736C9724E}" dt="2025-11-07T00:06:43.969" v="615" actId="1076"/>
          <ac:picMkLst>
            <pc:docMk/>
            <pc:sldMk cId="4221083556" sldId="264"/>
            <ac:picMk id="7" creationId="{1316971F-EB08-C93B-97B0-D4F717AEAA98}"/>
          </ac:picMkLst>
        </pc:picChg>
        <pc:picChg chg="add mod">
          <ac:chgData name="Giacomo Gardella" userId="aee69dfe-4f7c-439f-84a2-9ab897dcbb08" providerId="ADAL" clId="{C745AE1D-B006-4FCD-AC2C-51C736C9724E}" dt="2025-11-07T00:06:59.198" v="620" actId="1076"/>
          <ac:picMkLst>
            <pc:docMk/>
            <pc:sldMk cId="4221083556" sldId="264"/>
            <ac:picMk id="9" creationId="{F834DC1C-8702-31C7-C8D1-9CEBD3B30B63}"/>
          </ac:picMkLst>
        </pc:picChg>
      </pc:sldChg>
      <pc:sldChg chg="addSp delSp modSp mod">
        <pc:chgData name="Giacomo Gardella" userId="aee69dfe-4f7c-439f-84a2-9ab897dcbb08" providerId="ADAL" clId="{C745AE1D-B006-4FCD-AC2C-51C736C9724E}" dt="2025-11-07T00:24:57.974" v="731" actId="1076"/>
        <pc:sldMkLst>
          <pc:docMk/>
          <pc:sldMk cId="750153749" sldId="265"/>
        </pc:sldMkLst>
        <pc:spChg chg="add mod">
          <ac:chgData name="Giacomo Gardella" userId="aee69dfe-4f7c-439f-84a2-9ab897dcbb08" providerId="ADAL" clId="{C745AE1D-B006-4FCD-AC2C-51C736C9724E}" dt="2025-11-07T00:24:06.548" v="708" actId="1076"/>
          <ac:spMkLst>
            <pc:docMk/>
            <pc:sldMk cId="750153749" sldId="265"/>
            <ac:spMk id="10" creationId="{0912F327-7681-C7EC-720D-2D6D32FF0F10}"/>
          </ac:spMkLst>
        </pc:spChg>
        <pc:spChg chg="add mod">
          <ac:chgData name="Giacomo Gardella" userId="aee69dfe-4f7c-439f-84a2-9ab897dcbb08" providerId="ADAL" clId="{C745AE1D-B006-4FCD-AC2C-51C736C9724E}" dt="2025-11-07T00:23:58.195" v="707" actId="1076"/>
          <ac:spMkLst>
            <pc:docMk/>
            <pc:sldMk cId="750153749" sldId="265"/>
            <ac:spMk id="14" creationId="{25B3AF54-C534-58B7-D8C9-DAA3A54A8153}"/>
          </ac:spMkLst>
        </pc:spChg>
        <pc:spChg chg="add mod">
          <ac:chgData name="Giacomo Gardella" userId="aee69dfe-4f7c-439f-84a2-9ab897dcbb08" providerId="ADAL" clId="{C745AE1D-B006-4FCD-AC2C-51C736C9724E}" dt="2025-11-07T00:24:57.974" v="731" actId="1076"/>
          <ac:spMkLst>
            <pc:docMk/>
            <pc:sldMk cId="750153749" sldId="265"/>
            <ac:spMk id="19" creationId="{EE4AE7B5-D291-0FBA-88AB-06463111D6C2}"/>
          </ac:spMkLst>
        </pc:spChg>
        <pc:picChg chg="add mod">
          <ac:chgData name="Giacomo Gardella" userId="aee69dfe-4f7c-439f-84a2-9ab897dcbb08" providerId="ADAL" clId="{C745AE1D-B006-4FCD-AC2C-51C736C9724E}" dt="2025-11-07T00:21:54.597" v="635" actId="1076"/>
          <ac:picMkLst>
            <pc:docMk/>
            <pc:sldMk cId="750153749" sldId="265"/>
            <ac:picMk id="5" creationId="{FE03703B-44EB-24F0-C57F-BB41116B582E}"/>
          </ac:picMkLst>
        </pc:picChg>
        <pc:picChg chg="add mod">
          <ac:chgData name="Giacomo Gardella" userId="aee69dfe-4f7c-439f-84a2-9ab897dcbb08" providerId="ADAL" clId="{C745AE1D-B006-4FCD-AC2C-51C736C9724E}" dt="2025-11-07T00:22:00.734" v="636" actId="1076"/>
          <ac:picMkLst>
            <pc:docMk/>
            <pc:sldMk cId="750153749" sldId="265"/>
            <ac:picMk id="7" creationId="{89A5161D-5435-F18A-733D-6D0EC9034EFB}"/>
          </ac:picMkLst>
        </pc:picChg>
        <pc:cxnChg chg="add mod">
          <ac:chgData name="Giacomo Gardella" userId="aee69dfe-4f7c-439f-84a2-9ab897dcbb08" providerId="ADAL" clId="{C745AE1D-B006-4FCD-AC2C-51C736C9724E}" dt="2025-11-07T00:24:37.389" v="713" actId="14100"/>
          <ac:cxnSpMkLst>
            <pc:docMk/>
            <pc:sldMk cId="750153749" sldId="265"/>
            <ac:cxnSpMk id="9" creationId="{5DA0E162-7701-C49F-D535-57D27A5CF063}"/>
          </ac:cxnSpMkLst>
        </pc:cxnChg>
        <pc:cxnChg chg="add mod">
          <ac:chgData name="Giacomo Gardella" userId="aee69dfe-4f7c-439f-84a2-9ab897dcbb08" providerId="ADAL" clId="{C745AE1D-B006-4FCD-AC2C-51C736C9724E}" dt="2025-11-07T00:24:33.796" v="712" actId="14100"/>
          <ac:cxnSpMkLst>
            <pc:docMk/>
            <pc:sldMk cId="750153749" sldId="265"/>
            <ac:cxnSpMk id="16" creationId="{9E6E50B9-B298-B5FF-67AC-3CC2530FB490}"/>
          </ac:cxnSpMkLst>
        </pc:cxnChg>
      </pc:sldChg>
      <pc:sldChg chg="addSp delSp mod">
        <pc:chgData name="Giacomo Gardella" userId="aee69dfe-4f7c-439f-84a2-9ab897dcbb08" providerId="ADAL" clId="{C745AE1D-B006-4FCD-AC2C-51C736C9724E}" dt="2025-11-07T00:11:02.331" v="624" actId="22"/>
        <pc:sldMkLst>
          <pc:docMk/>
          <pc:sldMk cId="2659288401" sldId="266"/>
        </pc:sldMkLst>
        <pc:picChg chg="add">
          <ac:chgData name="Giacomo Gardella" userId="aee69dfe-4f7c-439f-84a2-9ab897dcbb08" providerId="ADAL" clId="{C745AE1D-B006-4FCD-AC2C-51C736C9724E}" dt="2025-11-07T00:11:02.331" v="624" actId="22"/>
          <ac:picMkLst>
            <pc:docMk/>
            <pc:sldMk cId="2659288401" sldId="266"/>
            <ac:picMk id="5" creationId="{B9F3827E-6862-14A7-6F88-97D8EDBDD047}"/>
          </ac:picMkLst>
        </pc:picChg>
      </pc:sldChg>
      <pc:sldChg chg="addSp modSp mod">
        <pc:chgData name="Giacomo Gardella" userId="aee69dfe-4f7c-439f-84a2-9ab897dcbb08" providerId="ADAL" clId="{C745AE1D-B006-4FCD-AC2C-51C736C9724E}" dt="2025-11-07T01:32:44.205" v="764" actId="20577"/>
        <pc:sldMkLst>
          <pc:docMk/>
          <pc:sldMk cId="1774395987" sldId="267"/>
        </pc:sldMkLst>
        <pc:spChg chg="add mod">
          <ac:chgData name="Giacomo Gardella" userId="aee69dfe-4f7c-439f-84a2-9ab897dcbb08" providerId="ADAL" clId="{C745AE1D-B006-4FCD-AC2C-51C736C9724E}" dt="2025-11-07T01:32:44.205" v="764" actId="20577"/>
          <ac:spMkLst>
            <pc:docMk/>
            <pc:sldMk cId="1774395987" sldId="267"/>
            <ac:spMk id="6" creationId="{9A56B775-517A-8BE1-11E6-46A283DA7980}"/>
          </ac:spMkLst>
        </pc:spChg>
        <pc:picChg chg="add mod">
          <ac:chgData name="Giacomo Gardella" userId="aee69dfe-4f7c-439f-84a2-9ab897dcbb08" providerId="ADAL" clId="{C745AE1D-B006-4FCD-AC2C-51C736C9724E}" dt="2025-11-07T01:32:00.464" v="744" actId="1076"/>
          <ac:picMkLst>
            <pc:docMk/>
            <pc:sldMk cId="1774395987" sldId="267"/>
            <ac:picMk id="3" creationId="{AB6E1723-EA7A-D47B-CF53-A78A43963DEA}"/>
          </ac:picMkLst>
        </pc:picChg>
        <pc:picChg chg="add mod">
          <ac:chgData name="Giacomo Gardella" userId="aee69dfe-4f7c-439f-84a2-9ab897dcbb08" providerId="ADAL" clId="{C745AE1D-B006-4FCD-AC2C-51C736C9724E}" dt="2025-11-07T01:31:57.661" v="743" actId="1076"/>
          <ac:picMkLst>
            <pc:docMk/>
            <pc:sldMk cId="1774395987" sldId="267"/>
            <ac:picMk id="5" creationId="{B2184C33-F099-CEDD-A9CE-48A30571E3AE}"/>
          </ac:picMkLst>
        </pc:picChg>
      </pc:sldChg>
      <pc:sldChg chg="addSp delSp modSp mod">
        <pc:chgData name="Giacomo Gardella" userId="aee69dfe-4f7c-439f-84a2-9ab897dcbb08" providerId="ADAL" clId="{C745AE1D-B006-4FCD-AC2C-51C736C9724E}" dt="2025-11-06T23:38:28.921" v="452" actId="14100"/>
        <pc:sldMkLst>
          <pc:docMk/>
          <pc:sldMk cId="4116878525" sldId="268"/>
        </pc:sldMkLst>
        <pc:spChg chg="mod">
          <ac:chgData name="Giacomo Gardella" userId="aee69dfe-4f7c-439f-84a2-9ab897dcbb08" providerId="ADAL" clId="{C745AE1D-B006-4FCD-AC2C-51C736C9724E}" dt="2025-11-06T22:22:43.485" v="351" actId="20577"/>
          <ac:spMkLst>
            <pc:docMk/>
            <pc:sldMk cId="4116878525" sldId="268"/>
            <ac:spMk id="2" creationId="{AFE179CE-39F0-3571-6837-2E974A6AD277}"/>
          </ac:spMkLst>
        </pc:spChg>
        <pc:spChg chg="add mod">
          <ac:chgData name="Giacomo Gardella" userId="aee69dfe-4f7c-439f-84a2-9ab897dcbb08" providerId="ADAL" clId="{C745AE1D-B006-4FCD-AC2C-51C736C9724E}" dt="2025-11-06T23:37:38.750" v="422" actId="1076"/>
          <ac:spMkLst>
            <pc:docMk/>
            <pc:sldMk cId="4116878525" sldId="268"/>
            <ac:spMk id="4" creationId="{61668F64-D0E9-B552-D431-1B508331D841}"/>
          </ac:spMkLst>
        </pc:spChg>
        <pc:spChg chg="add mod">
          <ac:chgData name="Giacomo Gardella" userId="aee69dfe-4f7c-439f-84a2-9ab897dcbb08" providerId="ADAL" clId="{C745AE1D-B006-4FCD-AC2C-51C736C9724E}" dt="2025-11-06T23:38:01.159" v="430" actId="20577"/>
          <ac:spMkLst>
            <pc:docMk/>
            <pc:sldMk cId="4116878525" sldId="268"/>
            <ac:spMk id="5" creationId="{542A23AE-902F-1877-F1DD-A9825E109549}"/>
          </ac:spMkLst>
        </pc:spChg>
        <pc:spChg chg="add mod">
          <ac:chgData name="Giacomo Gardella" userId="aee69dfe-4f7c-439f-84a2-9ab897dcbb08" providerId="ADAL" clId="{C745AE1D-B006-4FCD-AC2C-51C736C9724E}" dt="2025-11-06T23:38:15.681" v="449" actId="20577"/>
          <ac:spMkLst>
            <pc:docMk/>
            <pc:sldMk cId="4116878525" sldId="268"/>
            <ac:spMk id="13" creationId="{C31DA153-7C55-4F71-0A57-AC2FADB1341A}"/>
          </ac:spMkLst>
        </pc:spChg>
        <pc:picChg chg="add mod">
          <ac:chgData name="Giacomo Gardella" userId="aee69dfe-4f7c-439f-84a2-9ab897dcbb08" providerId="ADAL" clId="{C745AE1D-B006-4FCD-AC2C-51C736C9724E}" dt="2025-11-06T23:36:58.461" v="395" actId="1076"/>
          <ac:picMkLst>
            <pc:docMk/>
            <pc:sldMk cId="4116878525" sldId="268"/>
            <ac:picMk id="1026" creationId="{B8A9D25E-EBD1-AED1-E80A-7E8F71DE43B4}"/>
          </ac:picMkLst>
        </pc:picChg>
        <pc:cxnChg chg="add mod">
          <ac:chgData name="Giacomo Gardella" userId="aee69dfe-4f7c-439f-84a2-9ab897dcbb08" providerId="ADAL" clId="{C745AE1D-B006-4FCD-AC2C-51C736C9724E}" dt="2025-11-06T23:37:47.938" v="425" actId="14100"/>
          <ac:cxnSpMkLst>
            <pc:docMk/>
            <pc:sldMk cId="4116878525" sldId="268"/>
            <ac:cxnSpMk id="7" creationId="{1203E708-F4B9-A3A0-1564-1E96CCF65979}"/>
          </ac:cxnSpMkLst>
        </pc:cxnChg>
        <pc:cxnChg chg="add mod">
          <ac:chgData name="Giacomo Gardella" userId="aee69dfe-4f7c-439f-84a2-9ab897dcbb08" providerId="ADAL" clId="{C745AE1D-B006-4FCD-AC2C-51C736C9724E}" dt="2025-11-06T23:37:54.744" v="428" actId="14100"/>
          <ac:cxnSpMkLst>
            <pc:docMk/>
            <pc:sldMk cId="4116878525" sldId="268"/>
            <ac:cxnSpMk id="10" creationId="{EE6C84B2-961E-1CE4-7152-6D44D5AB87BE}"/>
          </ac:cxnSpMkLst>
        </pc:cxnChg>
        <pc:cxnChg chg="add mod">
          <ac:chgData name="Giacomo Gardella" userId="aee69dfe-4f7c-439f-84a2-9ab897dcbb08" providerId="ADAL" clId="{C745AE1D-B006-4FCD-AC2C-51C736C9724E}" dt="2025-11-06T23:38:28.921" v="452" actId="14100"/>
          <ac:cxnSpMkLst>
            <pc:docMk/>
            <pc:sldMk cId="4116878525" sldId="268"/>
            <ac:cxnSpMk id="14" creationId="{830B3C87-2D29-6E06-5A82-EE6F37AA17D7}"/>
          </ac:cxnSpMkLst>
        </pc:cxnChg>
      </pc:sldChg>
      <pc:sldChg chg="addSp delSp modSp mod">
        <pc:chgData name="Giacomo Gardella" userId="aee69dfe-4f7c-439f-84a2-9ab897dcbb08" providerId="ADAL" clId="{C745AE1D-B006-4FCD-AC2C-51C736C9724E}" dt="2025-11-07T00:04:32.029" v="568" actId="478"/>
        <pc:sldMkLst>
          <pc:docMk/>
          <pc:sldMk cId="3664046540" sldId="269"/>
        </pc:sldMkLst>
        <pc:spChg chg="mod">
          <ac:chgData name="Giacomo Gardella" userId="aee69dfe-4f7c-439f-84a2-9ab897dcbb08" providerId="ADAL" clId="{C745AE1D-B006-4FCD-AC2C-51C736C9724E}" dt="2025-11-06T23:57:56.337" v="562" actId="114"/>
          <ac:spMkLst>
            <pc:docMk/>
            <pc:sldMk cId="3664046540" sldId="269"/>
            <ac:spMk id="3" creationId="{15383E48-5276-5AE6-0EF4-07B7FCF10745}"/>
          </ac:spMkLst>
        </pc:spChg>
        <pc:picChg chg="add del mod">
          <ac:chgData name="Giacomo Gardella" userId="aee69dfe-4f7c-439f-84a2-9ab897dcbb08" providerId="ADAL" clId="{C745AE1D-B006-4FCD-AC2C-51C736C9724E}" dt="2025-11-07T00:04:32.029" v="568" actId="478"/>
          <ac:picMkLst>
            <pc:docMk/>
            <pc:sldMk cId="3664046540" sldId="269"/>
            <ac:picMk id="5" creationId="{B1A11BD6-3BA9-FB15-7669-4B8FBEBE7509}"/>
          </ac:picMkLst>
        </pc:picChg>
      </pc:sldChg>
      <pc:sldChg chg="addSp delSp new mod">
        <pc:chgData name="Giacomo Gardella" userId="aee69dfe-4f7c-439f-84a2-9ab897dcbb08" providerId="ADAL" clId="{C745AE1D-B006-4FCD-AC2C-51C736C9724E}" dt="2025-11-07T01:34:00.693" v="768" actId="22"/>
        <pc:sldMkLst>
          <pc:docMk/>
          <pc:sldMk cId="2898763755" sldId="270"/>
        </pc:sldMkLst>
        <pc:picChg chg="add">
          <ac:chgData name="Giacomo Gardella" userId="aee69dfe-4f7c-439f-84a2-9ab897dcbb08" providerId="ADAL" clId="{C745AE1D-B006-4FCD-AC2C-51C736C9724E}" dt="2025-11-07T01:34:00.693" v="768" actId="22"/>
          <ac:picMkLst>
            <pc:docMk/>
            <pc:sldMk cId="2898763755" sldId="270"/>
            <ac:picMk id="5" creationId="{4238FB73-FEF1-4C0B-61F2-CF275CE08122}"/>
          </ac:picMkLst>
        </pc:picChg>
      </pc:sldChg>
      <pc:sldChg chg="addSp modSp new mod">
        <pc:chgData name="Giacomo Gardella" userId="aee69dfe-4f7c-439f-84a2-9ab897dcbb08" providerId="ADAL" clId="{C745AE1D-B006-4FCD-AC2C-51C736C9724E}" dt="2025-11-07T01:35:05.418" v="773" actId="1076"/>
        <pc:sldMkLst>
          <pc:docMk/>
          <pc:sldMk cId="1611511659" sldId="271"/>
        </pc:sldMkLst>
        <pc:picChg chg="add mod">
          <ac:chgData name="Giacomo Gardella" userId="aee69dfe-4f7c-439f-84a2-9ab897dcbb08" providerId="ADAL" clId="{C745AE1D-B006-4FCD-AC2C-51C736C9724E}" dt="2025-11-07T01:34:36.573" v="771" actId="1076"/>
          <ac:picMkLst>
            <pc:docMk/>
            <pc:sldMk cId="1611511659" sldId="271"/>
            <ac:picMk id="3" creationId="{C5396524-4B81-B24F-0EC4-FEABCD36E33B}"/>
          </ac:picMkLst>
        </pc:picChg>
        <pc:picChg chg="add mod">
          <ac:chgData name="Giacomo Gardella" userId="aee69dfe-4f7c-439f-84a2-9ab897dcbb08" providerId="ADAL" clId="{C745AE1D-B006-4FCD-AC2C-51C736C9724E}" dt="2025-11-07T01:35:05.418" v="773" actId="1076"/>
          <ac:picMkLst>
            <pc:docMk/>
            <pc:sldMk cId="1611511659" sldId="271"/>
            <ac:picMk id="5" creationId="{A619ACC4-FE79-0B67-B08F-801A70236155}"/>
          </ac:picMkLst>
        </pc:picChg>
      </pc:sldChg>
    </pc:docChg>
  </pc:docChgLst>
  <pc:docChgLst>
    <pc:chgData name="Muhammad Hilmi" userId="S::muhammhi@ntnu.no::d5c4dd6b-f4a0-4184-97d8-14f26af86821" providerId="AD" clId="Web-{40AB538F-2A77-7CFD-96C6-9C8FA623664B}"/>
    <pc:docChg chg="addSld delSld modSld">
      <pc:chgData name="Muhammad Hilmi" userId="S::muhammhi@ntnu.no::d5c4dd6b-f4a0-4184-97d8-14f26af86821" providerId="AD" clId="Web-{40AB538F-2A77-7CFD-96C6-9C8FA623664B}" dt="2025-11-10T10:40:17.292" v="523" actId="1076"/>
      <pc:docMkLst>
        <pc:docMk/>
      </pc:docMkLst>
      <pc:sldChg chg="addSp delSp modSp new">
        <pc:chgData name="Muhammad Hilmi" userId="S::muhammhi@ntnu.no::d5c4dd6b-f4a0-4184-97d8-14f26af86821" providerId="AD" clId="Web-{40AB538F-2A77-7CFD-96C6-9C8FA623664B}" dt="2025-11-10T10:23:23.312" v="260" actId="20577"/>
        <pc:sldMkLst>
          <pc:docMk/>
          <pc:sldMk cId="3368663288" sldId="272"/>
        </pc:sldMkLst>
        <pc:spChg chg="mod">
          <ac:chgData name="Muhammad Hilmi" userId="S::muhammhi@ntnu.no::d5c4dd6b-f4a0-4184-97d8-14f26af86821" providerId="AD" clId="Web-{40AB538F-2A77-7CFD-96C6-9C8FA623664B}" dt="2025-11-10T10:06:29.191" v="6" actId="20577"/>
          <ac:spMkLst>
            <pc:docMk/>
            <pc:sldMk cId="3368663288" sldId="272"/>
            <ac:spMk id="2" creationId="{9D434865-7D2F-1B80-D59F-76E37FC8CE69}"/>
          </ac:spMkLst>
        </pc:spChg>
        <pc:spChg chg="mod">
          <ac:chgData name="Muhammad Hilmi" userId="S::muhammhi@ntnu.no::d5c4dd6b-f4a0-4184-97d8-14f26af86821" providerId="AD" clId="Web-{40AB538F-2A77-7CFD-96C6-9C8FA623664B}" dt="2025-11-10T10:23:23.312" v="260" actId="20577"/>
          <ac:spMkLst>
            <pc:docMk/>
            <pc:sldMk cId="3368663288" sldId="272"/>
            <ac:spMk id="3" creationId="{7D14DFC7-E044-8DBD-B758-021E0014073E}"/>
          </ac:spMkLst>
        </pc:spChg>
        <pc:spChg chg="add mod">
          <ac:chgData name="Muhammad Hilmi" userId="S::muhammhi@ntnu.no::d5c4dd6b-f4a0-4184-97d8-14f26af86821" providerId="AD" clId="Web-{40AB538F-2A77-7CFD-96C6-9C8FA623664B}" dt="2025-11-10T10:17:09.336" v="183" actId="1076"/>
          <ac:spMkLst>
            <pc:docMk/>
            <pc:sldMk cId="3368663288" sldId="272"/>
            <ac:spMk id="6" creationId="{1B8D0874-8EC3-2D43-FD99-833A88335459}"/>
          </ac:spMkLst>
        </pc:spChg>
        <pc:spChg chg="add mod">
          <ac:chgData name="Muhammad Hilmi" userId="S::muhammhi@ntnu.no::d5c4dd6b-f4a0-4184-97d8-14f26af86821" providerId="AD" clId="Web-{40AB538F-2A77-7CFD-96C6-9C8FA623664B}" dt="2025-11-10T10:21:05.498" v="223" actId="1076"/>
          <ac:spMkLst>
            <pc:docMk/>
            <pc:sldMk cId="3368663288" sldId="272"/>
            <ac:spMk id="11" creationId="{8BC5C9DB-3EE2-F80D-F3E4-85065652D456}"/>
          </ac:spMkLst>
        </pc:spChg>
        <pc:spChg chg="add mod">
          <ac:chgData name="Muhammad Hilmi" userId="S::muhammhi@ntnu.no::d5c4dd6b-f4a0-4184-97d8-14f26af86821" providerId="AD" clId="Web-{40AB538F-2A77-7CFD-96C6-9C8FA623664B}" dt="2025-11-10T10:17:18.821" v="187" actId="1076"/>
          <ac:spMkLst>
            <pc:docMk/>
            <pc:sldMk cId="3368663288" sldId="272"/>
            <ac:spMk id="12" creationId="{53463092-4C48-0A03-8B3B-034FF99604E1}"/>
          </ac:spMkLst>
        </pc:spChg>
        <pc:spChg chg="add mod">
          <ac:chgData name="Muhammad Hilmi" userId="S::muhammhi@ntnu.no::d5c4dd6b-f4a0-4184-97d8-14f26af86821" providerId="AD" clId="Web-{40AB538F-2A77-7CFD-96C6-9C8FA623664B}" dt="2025-11-10T10:17:22.899" v="189" actId="1076"/>
          <ac:spMkLst>
            <pc:docMk/>
            <pc:sldMk cId="3368663288" sldId="272"/>
            <ac:spMk id="15" creationId="{DCA04135-49AE-6427-3BDC-766896969822}"/>
          </ac:spMkLst>
        </pc:spChg>
        <pc:spChg chg="add mod">
          <ac:chgData name="Muhammad Hilmi" userId="S::muhammhi@ntnu.no::d5c4dd6b-f4a0-4184-97d8-14f26af86821" providerId="AD" clId="Web-{40AB538F-2A77-7CFD-96C6-9C8FA623664B}" dt="2025-11-10T10:22:17.014" v="231" actId="1076"/>
          <ac:spMkLst>
            <pc:docMk/>
            <pc:sldMk cId="3368663288" sldId="272"/>
            <ac:spMk id="23" creationId="{BE2DA7E9-1D74-161D-5397-3470237FF5C1}"/>
          </ac:spMkLst>
        </pc:spChg>
        <pc:picChg chg="add mod">
          <ac:chgData name="Muhammad Hilmi" userId="S::muhammhi@ntnu.no::d5c4dd6b-f4a0-4184-97d8-14f26af86821" providerId="AD" clId="Web-{40AB538F-2A77-7CFD-96C6-9C8FA623664B}" dt="2025-11-10T10:17:01.196" v="180" actId="1076"/>
          <ac:picMkLst>
            <pc:docMk/>
            <pc:sldMk cId="3368663288" sldId="272"/>
            <ac:picMk id="4" creationId="{8AD1E560-C398-F0E7-A219-50B6396D5B68}"/>
          </ac:picMkLst>
        </pc:picChg>
        <pc:picChg chg="add mod">
          <ac:chgData name="Muhammad Hilmi" userId="S::muhammhi@ntnu.no::d5c4dd6b-f4a0-4184-97d8-14f26af86821" providerId="AD" clId="Web-{40AB538F-2A77-7CFD-96C6-9C8FA623664B}" dt="2025-11-10T10:17:01.211" v="182" actId="1076"/>
          <ac:picMkLst>
            <pc:docMk/>
            <pc:sldMk cId="3368663288" sldId="272"/>
            <ac:picMk id="7" creationId="{636D7BC3-6FAE-821F-BD0E-0AC634BA2757}"/>
          </ac:picMkLst>
        </pc:picChg>
        <pc:picChg chg="add mod">
          <ac:chgData name="Muhammad Hilmi" userId="S::muhammhi@ntnu.no::d5c4dd6b-f4a0-4184-97d8-14f26af86821" providerId="AD" clId="Web-{40AB538F-2A77-7CFD-96C6-9C8FA623664B}" dt="2025-11-10T10:17:18.805" v="184" actId="1076"/>
          <ac:picMkLst>
            <pc:docMk/>
            <pc:sldMk cId="3368663288" sldId="272"/>
            <ac:picMk id="9" creationId="{2B10BFCA-7586-501E-38BF-4E21F7F2D716}"/>
          </ac:picMkLst>
        </pc:picChg>
        <pc:picChg chg="add mod">
          <ac:chgData name="Muhammad Hilmi" userId="S::muhammhi@ntnu.no::d5c4dd6b-f4a0-4184-97d8-14f26af86821" providerId="AD" clId="Web-{40AB538F-2A77-7CFD-96C6-9C8FA623664B}" dt="2025-11-10T10:21:05.498" v="222" actId="1076"/>
          <ac:picMkLst>
            <pc:docMk/>
            <pc:sldMk cId="3368663288" sldId="272"/>
            <ac:picMk id="10" creationId="{74934353-3C78-E704-C62F-0789B14D4E37}"/>
          </ac:picMkLst>
        </pc:picChg>
        <pc:picChg chg="add mod">
          <ac:chgData name="Muhammad Hilmi" userId="S::muhammhi@ntnu.no::d5c4dd6b-f4a0-4184-97d8-14f26af86821" providerId="AD" clId="Web-{40AB538F-2A77-7CFD-96C6-9C8FA623664B}" dt="2025-11-10T10:17:22.868" v="188" actId="1076"/>
          <ac:picMkLst>
            <pc:docMk/>
            <pc:sldMk cId="3368663288" sldId="272"/>
            <ac:picMk id="13" creationId="{7CACC9A3-E9CF-4858-6FFC-9806AA7F11E7}"/>
          </ac:picMkLst>
        </pc:picChg>
        <pc:cxnChg chg="add mod">
          <ac:chgData name="Muhammad Hilmi" userId="S::muhammhi@ntnu.no::d5c4dd6b-f4a0-4184-97d8-14f26af86821" providerId="AD" clId="Web-{40AB538F-2A77-7CFD-96C6-9C8FA623664B}" dt="2025-11-10T10:21:15.263" v="225" actId="14100"/>
          <ac:cxnSpMkLst>
            <pc:docMk/>
            <pc:sldMk cId="3368663288" sldId="272"/>
            <ac:cxnSpMk id="16" creationId="{6F41B7F8-CDB9-D240-F222-4A089A120ABE}"/>
          </ac:cxnSpMkLst>
        </pc:cxnChg>
        <pc:cxnChg chg="add mod">
          <ac:chgData name="Muhammad Hilmi" userId="S::muhammhi@ntnu.no::d5c4dd6b-f4a0-4184-97d8-14f26af86821" providerId="AD" clId="Web-{40AB538F-2A77-7CFD-96C6-9C8FA623664B}" dt="2025-11-10T10:19:09.871" v="202"/>
          <ac:cxnSpMkLst>
            <pc:docMk/>
            <pc:sldMk cId="3368663288" sldId="272"/>
            <ac:cxnSpMk id="17" creationId="{BC4343BC-26E0-4D81-36E5-BB9AA9B2A435}"/>
          </ac:cxnSpMkLst>
        </pc:cxnChg>
        <pc:cxnChg chg="add mod">
          <ac:chgData name="Muhammad Hilmi" userId="S::muhammhi@ntnu.no::d5c4dd6b-f4a0-4184-97d8-14f26af86821" providerId="AD" clId="Web-{40AB538F-2A77-7CFD-96C6-9C8FA623664B}" dt="2025-11-10T10:19:23.652" v="205" actId="14100"/>
          <ac:cxnSpMkLst>
            <pc:docMk/>
            <pc:sldMk cId="3368663288" sldId="272"/>
            <ac:cxnSpMk id="18" creationId="{5FFF4709-7912-AF70-A394-D26D31F4EF20}"/>
          </ac:cxnSpMkLst>
        </pc:cxnChg>
        <pc:cxnChg chg="add mod">
          <ac:chgData name="Muhammad Hilmi" userId="S::muhammhi@ntnu.no::d5c4dd6b-f4a0-4184-97d8-14f26af86821" providerId="AD" clId="Web-{40AB538F-2A77-7CFD-96C6-9C8FA623664B}" dt="2025-11-10T10:19:51.309" v="210" actId="14100"/>
          <ac:cxnSpMkLst>
            <pc:docMk/>
            <pc:sldMk cId="3368663288" sldId="272"/>
            <ac:cxnSpMk id="19" creationId="{959E6576-F1C1-6D13-074A-00399CA6D957}"/>
          </ac:cxnSpMkLst>
        </pc:cxnChg>
        <pc:cxnChg chg="add mod">
          <ac:chgData name="Muhammad Hilmi" userId="S::muhammhi@ntnu.no::d5c4dd6b-f4a0-4184-97d8-14f26af86821" providerId="AD" clId="Web-{40AB538F-2A77-7CFD-96C6-9C8FA623664B}" dt="2025-11-10T10:20:17.700" v="216" actId="1076"/>
          <ac:cxnSpMkLst>
            <pc:docMk/>
            <pc:sldMk cId="3368663288" sldId="272"/>
            <ac:cxnSpMk id="20" creationId="{677FC796-4C07-878F-9DA6-14F33D16F2BE}"/>
          </ac:cxnSpMkLst>
        </pc:cxnChg>
        <pc:cxnChg chg="add mod">
          <ac:chgData name="Muhammad Hilmi" userId="S::muhammhi@ntnu.no::d5c4dd6b-f4a0-4184-97d8-14f26af86821" providerId="AD" clId="Web-{40AB538F-2A77-7CFD-96C6-9C8FA623664B}" dt="2025-11-10T10:20:30.309" v="219" actId="1076"/>
          <ac:cxnSpMkLst>
            <pc:docMk/>
            <pc:sldMk cId="3368663288" sldId="272"/>
            <ac:cxnSpMk id="21" creationId="{560CA13C-F9C3-65BE-E890-335115361338}"/>
          </ac:cxnSpMkLst>
        </pc:cxnChg>
        <pc:cxnChg chg="add mod">
          <ac:chgData name="Muhammad Hilmi" userId="S::muhammhi@ntnu.no::d5c4dd6b-f4a0-4184-97d8-14f26af86821" providerId="AD" clId="Web-{40AB538F-2A77-7CFD-96C6-9C8FA623664B}" dt="2025-11-10T10:20:35.638" v="221" actId="1076"/>
          <ac:cxnSpMkLst>
            <pc:docMk/>
            <pc:sldMk cId="3368663288" sldId="272"/>
            <ac:cxnSpMk id="22" creationId="{4768F244-FB8B-C434-67D7-1C763B0D3140}"/>
          </ac:cxnSpMkLst>
        </pc:cxnChg>
      </pc:sldChg>
      <pc:sldChg chg="addSp delSp modSp new">
        <pc:chgData name="Muhammad Hilmi" userId="S::muhammhi@ntnu.no::d5c4dd6b-f4a0-4184-97d8-14f26af86821" providerId="AD" clId="Web-{40AB538F-2A77-7CFD-96C6-9C8FA623664B}" dt="2025-11-10T10:36:18.554" v="424" actId="20577"/>
        <pc:sldMkLst>
          <pc:docMk/>
          <pc:sldMk cId="3416955069" sldId="273"/>
        </pc:sldMkLst>
        <pc:spChg chg="mod">
          <ac:chgData name="Muhammad Hilmi" userId="S::muhammhi@ntnu.no::d5c4dd6b-f4a0-4184-97d8-14f26af86821" providerId="AD" clId="Web-{40AB538F-2A77-7CFD-96C6-9C8FA623664B}" dt="2025-11-10T10:22:29.639" v="234" actId="20577"/>
          <ac:spMkLst>
            <pc:docMk/>
            <pc:sldMk cId="3416955069" sldId="273"/>
            <ac:spMk id="2" creationId="{8778E7E3-7059-5377-850D-44FE2A8144DB}"/>
          </ac:spMkLst>
        </pc:spChg>
        <pc:spChg chg="add mod">
          <ac:chgData name="Muhammad Hilmi" userId="S::muhammhi@ntnu.no::d5c4dd6b-f4a0-4184-97d8-14f26af86821" providerId="AD" clId="Web-{40AB538F-2A77-7CFD-96C6-9C8FA623664B}" dt="2025-11-10T10:23:54.124" v="273" actId="1076"/>
          <ac:spMkLst>
            <pc:docMk/>
            <pc:sldMk cId="3416955069" sldId="273"/>
            <ac:spMk id="5" creationId="{44CC1955-BB6E-F088-2712-15F704E52DC5}"/>
          </ac:spMkLst>
        </pc:spChg>
        <pc:spChg chg="add mod">
          <ac:chgData name="Muhammad Hilmi" userId="S::muhammhi@ntnu.no::d5c4dd6b-f4a0-4184-97d8-14f26af86821" providerId="AD" clId="Web-{40AB538F-2A77-7CFD-96C6-9C8FA623664B}" dt="2025-11-10T10:23:49.359" v="272" actId="20577"/>
          <ac:spMkLst>
            <pc:docMk/>
            <pc:sldMk cId="3416955069" sldId="273"/>
            <ac:spMk id="7" creationId="{E264B401-2603-4406-6DD2-B48AB4F5E373}"/>
          </ac:spMkLst>
        </pc:spChg>
        <pc:spChg chg="add mod">
          <ac:chgData name="Muhammad Hilmi" userId="S::muhammhi@ntnu.no::d5c4dd6b-f4a0-4184-97d8-14f26af86821" providerId="AD" clId="Web-{40AB538F-2A77-7CFD-96C6-9C8FA623664B}" dt="2025-11-10T10:25:47.485" v="311" actId="1076"/>
          <ac:spMkLst>
            <pc:docMk/>
            <pc:sldMk cId="3416955069" sldId="273"/>
            <ac:spMk id="9" creationId="{1BA2661A-85EF-1BEB-7023-AC721AA69C73}"/>
          </ac:spMkLst>
        </pc:spChg>
        <pc:spChg chg="add mod">
          <ac:chgData name="Muhammad Hilmi" userId="S::muhammhi@ntnu.no::d5c4dd6b-f4a0-4184-97d8-14f26af86821" providerId="AD" clId="Web-{40AB538F-2A77-7CFD-96C6-9C8FA623664B}" dt="2025-11-10T10:25:53.125" v="312" actId="1076"/>
          <ac:spMkLst>
            <pc:docMk/>
            <pc:sldMk cId="3416955069" sldId="273"/>
            <ac:spMk id="14" creationId="{27E6F666-57F2-57C6-416E-69510E25A180}"/>
          </ac:spMkLst>
        </pc:spChg>
        <pc:spChg chg="add mod">
          <ac:chgData name="Muhammad Hilmi" userId="S::muhammhi@ntnu.no::d5c4dd6b-f4a0-4184-97d8-14f26af86821" providerId="AD" clId="Web-{40AB538F-2A77-7CFD-96C6-9C8FA623664B}" dt="2025-11-10T10:26:46.813" v="331" actId="1076"/>
          <ac:spMkLst>
            <pc:docMk/>
            <pc:sldMk cId="3416955069" sldId="273"/>
            <ac:spMk id="16" creationId="{A8CD2B50-954E-9F97-DC0C-F34F77E0E1AB}"/>
          </ac:spMkLst>
        </pc:spChg>
        <pc:spChg chg="add mod">
          <ac:chgData name="Muhammad Hilmi" userId="S::muhammhi@ntnu.no::d5c4dd6b-f4a0-4184-97d8-14f26af86821" providerId="AD" clId="Web-{40AB538F-2A77-7CFD-96C6-9C8FA623664B}" dt="2025-11-10T10:27:47.485" v="342" actId="1076"/>
          <ac:spMkLst>
            <pc:docMk/>
            <pc:sldMk cId="3416955069" sldId="273"/>
            <ac:spMk id="19" creationId="{BB6FFEF1-7EB6-85B6-E259-EA52358F036B}"/>
          </ac:spMkLst>
        </pc:spChg>
        <pc:spChg chg="add mod">
          <ac:chgData name="Muhammad Hilmi" userId="S::muhammhi@ntnu.no::d5c4dd6b-f4a0-4184-97d8-14f26af86821" providerId="AD" clId="Web-{40AB538F-2A77-7CFD-96C6-9C8FA623664B}" dt="2025-11-10T10:27:47.501" v="343" actId="1076"/>
          <ac:spMkLst>
            <pc:docMk/>
            <pc:sldMk cId="3416955069" sldId="273"/>
            <ac:spMk id="20" creationId="{F35C0E3B-4505-9920-29EE-8E7F08EE28DB}"/>
          </ac:spMkLst>
        </pc:spChg>
        <pc:spChg chg="add mod">
          <ac:chgData name="Muhammad Hilmi" userId="S::muhammhi@ntnu.no::d5c4dd6b-f4a0-4184-97d8-14f26af86821" providerId="AD" clId="Web-{40AB538F-2A77-7CFD-96C6-9C8FA623664B}" dt="2025-11-10T10:27:47.517" v="344" actId="1076"/>
          <ac:spMkLst>
            <pc:docMk/>
            <pc:sldMk cId="3416955069" sldId="273"/>
            <ac:spMk id="21" creationId="{5F907488-6FA5-4057-BAD7-794A7DC3848C}"/>
          </ac:spMkLst>
        </pc:spChg>
        <pc:spChg chg="add mod">
          <ac:chgData name="Muhammad Hilmi" userId="S::muhammhi@ntnu.no::d5c4dd6b-f4a0-4184-97d8-14f26af86821" providerId="AD" clId="Web-{40AB538F-2A77-7CFD-96C6-9C8FA623664B}" dt="2025-11-10T10:36:18.554" v="424" actId="20577"/>
          <ac:spMkLst>
            <pc:docMk/>
            <pc:sldMk cId="3416955069" sldId="273"/>
            <ac:spMk id="28" creationId="{A98676A1-A23A-6D75-C151-DDC4EDF72481}"/>
          </ac:spMkLst>
        </pc:spChg>
        <pc:picChg chg="add mod modCrop">
          <ac:chgData name="Muhammad Hilmi" userId="S::muhammhi@ntnu.no::d5c4dd6b-f4a0-4184-97d8-14f26af86821" providerId="AD" clId="Web-{40AB538F-2A77-7CFD-96C6-9C8FA623664B}" dt="2025-11-10T10:25:44.360" v="310" actId="1076"/>
          <ac:picMkLst>
            <pc:docMk/>
            <pc:sldMk cId="3416955069" sldId="273"/>
            <ac:picMk id="10" creationId="{35880F2F-F74F-7E5B-6F91-937829A76239}"/>
          </ac:picMkLst>
        </pc:picChg>
        <pc:picChg chg="add mod modCrop">
          <ac:chgData name="Muhammad Hilmi" userId="S::muhammhi@ntnu.no::d5c4dd6b-f4a0-4184-97d8-14f26af86821" providerId="AD" clId="Web-{40AB538F-2A77-7CFD-96C6-9C8FA623664B}" dt="2025-11-10T10:26:04.485" v="315" actId="1076"/>
          <ac:picMkLst>
            <pc:docMk/>
            <pc:sldMk cId="3416955069" sldId="273"/>
            <ac:picMk id="11" creationId="{F81A95B2-2C02-35CB-44C2-C015E3E6EB07}"/>
          </ac:picMkLst>
        </pc:picChg>
        <pc:picChg chg="add mod modCrop">
          <ac:chgData name="Muhammad Hilmi" userId="S::muhammhi@ntnu.no::d5c4dd6b-f4a0-4184-97d8-14f26af86821" providerId="AD" clId="Web-{40AB538F-2A77-7CFD-96C6-9C8FA623664B}" dt="2025-11-10T10:27:54.235" v="345" actId="1076"/>
          <ac:picMkLst>
            <pc:docMk/>
            <pc:sldMk cId="3416955069" sldId="273"/>
            <ac:picMk id="12" creationId="{8DDC224A-89D2-367B-670B-C79AD2148D1D}"/>
          </ac:picMkLst>
        </pc:picChg>
        <pc:picChg chg="add mod modCrop">
          <ac:chgData name="Muhammad Hilmi" userId="S::muhammhi@ntnu.no::d5c4dd6b-f4a0-4184-97d8-14f26af86821" providerId="AD" clId="Web-{40AB538F-2A77-7CFD-96C6-9C8FA623664B}" dt="2025-11-10T10:28:11.423" v="349" actId="1076"/>
          <ac:picMkLst>
            <pc:docMk/>
            <pc:sldMk cId="3416955069" sldId="273"/>
            <ac:picMk id="13" creationId="{C5CC40A2-1C49-34C7-26F9-5787EDE75D92}"/>
          </ac:picMkLst>
        </pc:picChg>
        <pc:picChg chg="add mod">
          <ac:chgData name="Muhammad Hilmi" userId="S::muhammhi@ntnu.no::d5c4dd6b-f4a0-4184-97d8-14f26af86821" providerId="AD" clId="Web-{40AB538F-2A77-7CFD-96C6-9C8FA623664B}" dt="2025-11-10T10:27:04.298" v="334" actId="1076"/>
          <ac:picMkLst>
            <pc:docMk/>
            <pc:sldMk cId="3416955069" sldId="273"/>
            <ac:picMk id="17" creationId="{1ABC2E62-9969-FC4D-1701-B85F77C8589F}"/>
          </ac:picMkLst>
        </pc:picChg>
        <pc:picChg chg="add mod">
          <ac:chgData name="Muhammad Hilmi" userId="S::muhammhi@ntnu.no::d5c4dd6b-f4a0-4184-97d8-14f26af86821" providerId="AD" clId="Web-{40AB538F-2A77-7CFD-96C6-9C8FA623664B}" dt="2025-11-10T10:28:34.861" v="352" actId="1076"/>
          <ac:picMkLst>
            <pc:docMk/>
            <pc:sldMk cId="3416955069" sldId="273"/>
            <ac:picMk id="22" creationId="{AEFE710F-66C6-0F46-562D-7FAA83CA2872}"/>
          </ac:picMkLst>
        </pc:picChg>
      </pc:sldChg>
      <pc:sldChg chg="addSp modSp new">
        <pc:chgData name="Muhammad Hilmi" userId="S::muhammhi@ntnu.no::d5c4dd6b-f4a0-4184-97d8-14f26af86821" providerId="AD" clId="Web-{40AB538F-2A77-7CFD-96C6-9C8FA623664B}" dt="2025-11-10T10:40:17.292" v="523" actId="1076"/>
        <pc:sldMkLst>
          <pc:docMk/>
          <pc:sldMk cId="1416897603" sldId="274"/>
        </pc:sldMkLst>
        <pc:spChg chg="mod">
          <ac:chgData name="Muhammad Hilmi" userId="S::muhammhi@ntnu.no::d5c4dd6b-f4a0-4184-97d8-14f26af86821" providerId="AD" clId="Web-{40AB538F-2A77-7CFD-96C6-9C8FA623664B}" dt="2025-11-10T10:32:34.987" v="377" actId="20577"/>
          <ac:spMkLst>
            <pc:docMk/>
            <pc:sldMk cId="1416897603" sldId="274"/>
            <ac:spMk id="2" creationId="{94398B8A-E7C2-C767-A809-60DF470C36FE}"/>
          </ac:spMkLst>
        </pc:spChg>
        <pc:spChg chg="add mod">
          <ac:chgData name="Muhammad Hilmi" userId="S::muhammhi@ntnu.no::d5c4dd6b-f4a0-4184-97d8-14f26af86821" providerId="AD" clId="Web-{40AB538F-2A77-7CFD-96C6-9C8FA623664B}" dt="2025-11-10T10:39:49.401" v="517" actId="1076"/>
          <ac:spMkLst>
            <pc:docMk/>
            <pc:sldMk cId="1416897603" sldId="274"/>
            <ac:spMk id="5" creationId="{3EE8FA7B-9E22-5926-717E-E538001B201B}"/>
          </ac:spMkLst>
        </pc:spChg>
        <pc:spChg chg="add mod">
          <ac:chgData name="Muhammad Hilmi" userId="S::muhammhi@ntnu.no::d5c4dd6b-f4a0-4184-97d8-14f26af86821" providerId="AD" clId="Web-{40AB538F-2A77-7CFD-96C6-9C8FA623664B}" dt="2025-11-10T10:38:55.010" v="501" actId="1076"/>
          <ac:spMkLst>
            <pc:docMk/>
            <pc:sldMk cId="1416897603" sldId="274"/>
            <ac:spMk id="7" creationId="{14B130CC-4903-8CB4-54D8-883CCD1BE737}"/>
          </ac:spMkLst>
        </pc:spChg>
        <pc:picChg chg="add mod">
          <ac:chgData name="Muhammad Hilmi" userId="S::muhammhi@ntnu.no::d5c4dd6b-f4a0-4184-97d8-14f26af86821" providerId="AD" clId="Web-{40AB538F-2A77-7CFD-96C6-9C8FA623664B}" dt="2025-11-10T10:39:49.385" v="516" actId="1076"/>
          <ac:picMkLst>
            <pc:docMk/>
            <pc:sldMk cId="1416897603" sldId="274"/>
            <ac:picMk id="3" creationId="{3CD4A34F-052A-5C0A-7483-50383C5F827A}"/>
          </ac:picMkLst>
        </pc:picChg>
        <pc:picChg chg="add mod modCrop">
          <ac:chgData name="Muhammad Hilmi" userId="S::muhammhi@ntnu.no::d5c4dd6b-f4a0-4184-97d8-14f26af86821" providerId="AD" clId="Web-{40AB538F-2A77-7CFD-96C6-9C8FA623664B}" dt="2025-11-10T10:39:56.276" v="520" actId="1076"/>
          <ac:picMkLst>
            <pc:docMk/>
            <pc:sldMk cId="1416897603" sldId="274"/>
            <ac:picMk id="8" creationId="{756B616E-395B-04C0-54BC-4C4AF12CD227}"/>
          </ac:picMkLst>
        </pc:picChg>
        <pc:picChg chg="add mod">
          <ac:chgData name="Muhammad Hilmi" userId="S::muhammhi@ntnu.no::d5c4dd6b-f4a0-4184-97d8-14f26af86821" providerId="AD" clId="Web-{40AB538F-2A77-7CFD-96C6-9C8FA623664B}" dt="2025-11-10T10:40:17.292" v="523" actId="1076"/>
          <ac:picMkLst>
            <pc:docMk/>
            <pc:sldMk cId="1416897603" sldId="274"/>
            <ac:picMk id="9" creationId="{0A4A6754-DEDF-DC84-B1F6-879E84F7C2EB}"/>
          </ac:picMkLst>
        </pc:picChg>
      </pc:sldChg>
    </pc:docChg>
  </pc:docChgLst>
  <pc:docChgLst>
    <pc:chgData name="Giacomo Gardella" userId="S::giacomg@ntnu.no::aee69dfe-4f7c-439f-84a2-9ab897dcbb08" providerId="AD" clId="Web-{7C9A8029-368D-FBC8-7738-EB31BB4B9BA1}"/>
    <pc:docChg chg="delSld modSld">
      <pc:chgData name="Giacomo Gardella" userId="S::giacomg@ntnu.no::aee69dfe-4f7c-439f-84a2-9ab897dcbb08" providerId="AD" clId="Web-{7C9A8029-368D-FBC8-7738-EB31BB4B9BA1}" dt="2025-11-14T11:56:39.820" v="2" actId="1076"/>
      <pc:docMkLst>
        <pc:docMk/>
      </pc:docMkLst>
      <pc:sldChg chg="del">
        <pc:chgData name="Giacomo Gardella" userId="S::giacomg@ntnu.no::aee69dfe-4f7c-439f-84a2-9ab897dcbb08" providerId="AD" clId="Web-{7C9A8029-368D-FBC8-7738-EB31BB4B9BA1}" dt="2025-11-14T11:39:24.735" v="0"/>
        <pc:sldMkLst>
          <pc:docMk/>
          <pc:sldMk cId="1102937778" sldId="263"/>
        </pc:sldMkLst>
      </pc:sldChg>
      <pc:sldChg chg="modSp">
        <pc:chgData name="Giacomo Gardella" userId="S::giacomg@ntnu.no::aee69dfe-4f7c-439f-84a2-9ab897dcbb08" providerId="AD" clId="Web-{7C9A8029-368D-FBC8-7738-EB31BB4B9BA1}" dt="2025-11-14T11:56:39.820" v="2" actId="1076"/>
        <pc:sldMkLst>
          <pc:docMk/>
          <pc:sldMk cId="1774395987" sldId="267"/>
        </pc:sldMkLst>
        <pc:picChg chg="mod">
          <ac:chgData name="Giacomo Gardella" userId="S::giacomg@ntnu.no::aee69dfe-4f7c-439f-84a2-9ab897dcbb08" providerId="AD" clId="Web-{7C9A8029-368D-FBC8-7738-EB31BB4B9BA1}" dt="2025-11-14T11:56:39.820" v="2" actId="1076"/>
          <ac:picMkLst>
            <pc:docMk/>
            <pc:sldMk cId="1774395987" sldId="267"/>
            <ac:picMk id="5" creationId="{B2184C33-F099-CEDD-A9CE-48A30571E3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C0F49-B9DD-43A9-A5D3-AA1503461BC3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826D4-3D72-46B7-8981-4F91B0D00A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34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826D4-3D72-46B7-8981-4F91B0D00A9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809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114753" y="2008061"/>
            <a:ext cx="7772400" cy="67582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114753" y="2733866"/>
            <a:ext cx="77724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015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lysbildenummer 5"/>
          <p:cNvSpPr txBox="1">
            <a:spLocks/>
          </p:cNvSpPr>
          <p:nvPr userDrawn="1"/>
        </p:nvSpPr>
        <p:spPr>
          <a:xfrm>
            <a:off x="-1" y="4815936"/>
            <a:ext cx="640523" cy="273844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b="1" i="0" smtClean="0">
                <a:latin typeface="Arial"/>
                <a:cs typeface="Arial"/>
              </a:rPr>
              <a:pPr algn="ctr"/>
              <a:t>‹#›</a:t>
            </a:fld>
            <a:endParaRPr lang="nb-NO" b="1" i="0">
              <a:latin typeface="Arial"/>
              <a:cs typeface="Arial"/>
            </a:endParaRPr>
          </a:p>
        </p:txBody>
      </p:sp>
      <p:sp>
        <p:nvSpPr>
          <p:cNvPr id="5" name="Tittel 1">
            <a:extLst>
              <a:ext uri="{FF2B5EF4-FFF2-40B4-BE49-F238E27FC236}">
                <a16:creationId xmlns:a16="http://schemas.microsoft.com/office/drawing/2014/main" id="{901B6BB6-8BBC-1049-9603-B959ED939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93" y="205979"/>
            <a:ext cx="7681516" cy="646331"/>
          </a:xfrm>
        </p:spPr>
        <p:txBody>
          <a:bodyPr wrap="square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E1E3CEDE-1D85-F54C-B415-CE6111D39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93" y="943896"/>
            <a:ext cx="7681516" cy="38720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01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57940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057940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246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1"/>
          <p:cNvSpPr>
            <a:spLocks noGrp="1"/>
          </p:cNvSpPr>
          <p:nvPr>
            <p:ph type="title"/>
          </p:nvPr>
        </p:nvSpPr>
        <p:spPr>
          <a:xfrm>
            <a:off x="1095551" y="205979"/>
            <a:ext cx="7407404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9" name="Plassholder for innhold 2"/>
          <p:cNvSpPr>
            <a:spLocks noGrp="1"/>
          </p:cNvSpPr>
          <p:nvPr>
            <p:ph sz="half" idx="1"/>
          </p:nvPr>
        </p:nvSpPr>
        <p:spPr>
          <a:xfrm>
            <a:off x="1114712" y="1200151"/>
            <a:ext cx="3667845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0" name="Plassholder for innhold 3"/>
          <p:cNvSpPr>
            <a:spLocks noGrp="1"/>
          </p:cNvSpPr>
          <p:nvPr>
            <p:ph sz="half" idx="2"/>
          </p:nvPr>
        </p:nvSpPr>
        <p:spPr>
          <a:xfrm>
            <a:off x="5305712" y="1200151"/>
            <a:ext cx="3673943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291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tel 1">
            <a:extLst>
              <a:ext uri="{FF2B5EF4-FFF2-40B4-BE49-F238E27FC236}">
                <a16:creationId xmlns:a16="http://schemas.microsoft.com/office/drawing/2014/main" id="{ED2407D1-9E90-B646-AC07-64435B0C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86" y="243149"/>
            <a:ext cx="7934515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8" name="Plassholder for innhold 3">
            <a:extLst>
              <a:ext uri="{FF2B5EF4-FFF2-40B4-BE49-F238E27FC236}">
                <a16:creationId xmlns:a16="http://schemas.microsoft.com/office/drawing/2014/main" id="{F513A91B-9541-CB45-883E-EB0DF731F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6986" y="1481512"/>
            <a:ext cx="3860602" cy="336363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9" name="Plassholder for tekst 4">
            <a:extLst>
              <a:ext uri="{FF2B5EF4-FFF2-40B4-BE49-F238E27FC236}">
                <a16:creationId xmlns:a16="http://schemas.microsoft.com/office/drawing/2014/main" id="{E5978D19-AB9B-3A44-BB7D-DD6C98661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28959" y="1001692"/>
            <a:ext cx="3932542" cy="479822"/>
          </a:xfr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lassholder for innhold 5">
            <a:extLst>
              <a:ext uri="{FF2B5EF4-FFF2-40B4-BE49-F238E27FC236}">
                <a16:creationId xmlns:a16="http://schemas.microsoft.com/office/drawing/2014/main" id="{D7B07B29-56C8-8C42-B377-AD090B6F0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28959" y="1481512"/>
            <a:ext cx="3932542" cy="336363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6" name="Plassholder for tekst 4">
            <a:extLst>
              <a:ext uri="{FF2B5EF4-FFF2-40B4-BE49-F238E27FC236}">
                <a16:creationId xmlns:a16="http://schemas.microsoft.com/office/drawing/2014/main" id="{5747F546-7ECB-4D49-8CEC-C64012DABE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6986" y="1001691"/>
            <a:ext cx="3862118" cy="479822"/>
          </a:xfr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223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224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71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1"/>
          <p:cNvSpPr>
            <a:spLocks noGrp="1"/>
          </p:cNvSpPr>
          <p:nvPr>
            <p:ph type="title"/>
          </p:nvPr>
        </p:nvSpPr>
        <p:spPr>
          <a:xfrm>
            <a:off x="102464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9" name="Plassholder for innhold 2"/>
          <p:cNvSpPr>
            <a:spLocks noGrp="1"/>
          </p:cNvSpPr>
          <p:nvPr>
            <p:ph idx="1"/>
          </p:nvPr>
        </p:nvSpPr>
        <p:spPr>
          <a:xfrm>
            <a:off x="4142491" y="204788"/>
            <a:ext cx="4765084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0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024642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648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223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8385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1016000" y="205979"/>
            <a:ext cx="54610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183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68298" y="205979"/>
            <a:ext cx="7882412" cy="6463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68298" y="963561"/>
            <a:ext cx="7882412" cy="3973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pic>
        <p:nvPicPr>
          <p:cNvPr id="5" name="Bilde 4" descr="stripe_16_9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56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lmi-ica/WyNDA-UAV.git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767893" y="1540699"/>
            <a:ext cx="7066290" cy="1446550"/>
          </a:xfrm>
        </p:spPr>
        <p:txBody>
          <a:bodyPr/>
          <a:lstStyle/>
          <a:p>
            <a:r>
              <a:rPr lang="en-GB" sz="4400" noProof="0"/>
              <a:t>System Identification with Kalman Filters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767893" y="3188657"/>
            <a:ext cx="7502895" cy="1305411"/>
          </a:xfrm>
        </p:spPr>
        <p:txBody>
          <a:bodyPr>
            <a:normAutofit/>
          </a:bodyPr>
          <a:lstStyle/>
          <a:p>
            <a:r>
              <a:rPr lang="en-GB" noProof="0"/>
              <a:t>Adrian Langmo, Giacomo Gardella, Terje </a:t>
            </a:r>
            <a:r>
              <a:rPr lang="en-GB" noProof="0" err="1"/>
              <a:t>Haughland</a:t>
            </a:r>
            <a:r>
              <a:rPr lang="en-GB" noProof="0"/>
              <a:t>, </a:t>
            </a:r>
            <a:r>
              <a:rPr lang="en-GB"/>
              <a:t>Daniel Centurion Barrionuevo, Erik </a:t>
            </a:r>
            <a:r>
              <a:rPr lang="en-GB" err="1"/>
              <a:t>Odinsen</a:t>
            </a:r>
            <a:r>
              <a:rPr lang="en-GB"/>
              <a:t>, Muhammad Hilmi</a:t>
            </a:r>
            <a:endParaRPr lang="en-GB" noProof="0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28EBE995-8275-F44D-B574-C93027EC9028}"/>
              </a:ext>
            </a:extLst>
          </p:cNvPr>
          <p:cNvSpPr txBox="1"/>
          <p:nvPr/>
        </p:nvSpPr>
        <p:spPr>
          <a:xfrm rot="16200000">
            <a:off x="-1344184" y="2874987"/>
            <a:ext cx="32960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noProof="0">
                <a:solidFill>
                  <a:schemeClr val="bg1"/>
                </a:solidFill>
              </a:rPr>
              <a:t>Norwegian University of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24310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9B5E6-B16A-9BA4-6065-712C6D9A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79CE-39F0-3571-6837-2E974A6A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</a:t>
            </a:r>
            <a:r>
              <a:rPr lang="en-GB"/>
              <a:t>alman Filters</a:t>
            </a:r>
            <a:endParaRPr lang="en-GB" noProof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8A9D25E-EBD1-AED1-E80A-7E8F71DE4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58" y="791138"/>
            <a:ext cx="8190386" cy="414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668F64-D0E9-B552-D431-1B508331D841}"/>
              </a:ext>
            </a:extLst>
          </p:cNvPr>
          <p:cNvSpPr txBox="1"/>
          <p:nvPr/>
        </p:nvSpPr>
        <p:spPr>
          <a:xfrm>
            <a:off x="2447701" y="2388592"/>
            <a:ext cx="78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/>
              <a:t>State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A23AE-902F-1877-F1DD-A9825E109549}"/>
              </a:ext>
            </a:extLst>
          </p:cNvPr>
          <p:cNvSpPr txBox="1"/>
          <p:nvPr/>
        </p:nvSpPr>
        <p:spPr>
          <a:xfrm>
            <a:off x="826522" y="2217998"/>
            <a:ext cx="1522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err="1"/>
              <a:t>Error</a:t>
            </a:r>
            <a:r>
              <a:rPr lang="nb-NO"/>
              <a:t> </a:t>
            </a:r>
            <a:r>
              <a:rPr lang="nb-NO" err="1"/>
              <a:t>covariance</a:t>
            </a:r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03E708-F4B9-A3A0-1564-1E96CCF6597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839587" y="1477909"/>
            <a:ext cx="490649" cy="91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6C84B2-961E-1CE4-7152-6D44D5AB87BE}"/>
              </a:ext>
            </a:extLst>
          </p:cNvPr>
          <p:cNvCxnSpPr>
            <a:cxnSpLocks/>
          </p:cNvCxnSpPr>
          <p:nvPr/>
        </p:nvCxnSpPr>
        <p:spPr>
          <a:xfrm flipV="1">
            <a:off x="1957052" y="1219821"/>
            <a:ext cx="1274421" cy="1321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1DA153-7C55-4F71-0A57-AC2FADB1341A}"/>
              </a:ext>
            </a:extLst>
          </p:cNvPr>
          <p:cNvSpPr txBox="1"/>
          <p:nvPr/>
        </p:nvSpPr>
        <p:spPr>
          <a:xfrm>
            <a:off x="6889072" y="1695740"/>
            <a:ext cx="78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err="1"/>
              <a:t>Gain</a:t>
            </a:r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0B3C87-2D29-6E06-5A82-EE6F37AA17D7}"/>
              </a:ext>
            </a:extLst>
          </p:cNvPr>
          <p:cNvCxnSpPr>
            <a:cxnSpLocks/>
          </p:cNvCxnSpPr>
          <p:nvPr/>
        </p:nvCxnSpPr>
        <p:spPr>
          <a:xfrm flipH="1">
            <a:off x="6204857" y="1933250"/>
            <a:ext cx="684215" cy="931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87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B3A0-2A4A-5EFE-3F70-903F8946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err="1"/>
              <a:t>Examples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3E48-5276-5AE6-0EF4-07B7FCF10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err="1"/>
              <a:t>Take</a:t>
            </a:r>
            <a:r>
              <a:rPr lang="nb-NO"/>
              <a:t> an ARX </a:t>
            </a:r>
            <a:r>
              <a:rPr lang="nb-NO" err="1"/>
              <a:t>model</a:t>
            </a:r>
            <a:r>
              <a:rPr lang="nb-NO"/>
              <a:t>: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pPr marL="0" indent="0">
              <a:buNone/>
            </a:pPr>
            <a:r>
              <a:rPr lang="nb-NO" i="1"/>
              <a:t>		y</a:t>
            </a:r>
            <a:r>
              <a:rPr lang="nb-NO"/>
              <a:t> output, </a:t>
            </a:r>
            <a:r>
              <a:rPr lang="nb-NO" i="1"/>
              <a:t>u</a:t>
            </a:r>
            <a:r>
              <a:rPr lang="nb-NO"/>
              <a:t> input, </a:t>
            </a:r>
            <a:r>
              <a:rPr lang="nb-NO" i="1"/>
              <a:t>v</a:t>
            </a:r>
            <a:r>
              <a:rPr lang="nb-NO"/>
              <a:t> </a:t>
            </a:r>
            <a:r>
              <a:rPr lang="nb-NO" err="1"/>
              <a:t>noise</a:t>
            </a:r>
            <a:r>
              <a:rPr lang="nb-NO"/>
              <a:t>, and </a:t>
            </a:r>
            <a:r>
              <a:rPr lang="nb-NO" i="1"/>
              <a:t>k</a:t>
            </a:r>
            <a:r>
              <a:rPr lang="nb-NO"/>
              <a:t> time </a:t>
            </a:r>
            <a:r>
              <a:rPr lang="nb-NO" err="1"/>
              <a:t>step</a:t>
            </a:r>
            <a:r>
              <a:rPr lang="nb-NO"/>
              <a:t>.</a:t>
            </a:r>
          </a:p>
          <a:p>
            <a:endParaRPr lang="nb-NO"/>
          </a:p>
          <a:p>
            <a:pPr marL="0" indent="0">
              <a:buNone/>
            </a:pPr>
            <a:r>
              <a:rPr lang="nb-NO"/>
              <a:t>→	</a:t>
            </a:r>
            <a:r>
              <a:rPr lang="nb-NO" err="1"/>
              <a:t>Estimate</a:t>
            </a:r>
            <a:r>
              <a:rPr lang="nb-NO"/>
              <a:t> parameters </a:t>
            </a:r>
            <a:r>
              <a:rPr lang="nb-NO" i="1"/>
              <a:t>a</a:t>
            </a:r>
            <a:r>
              <a:rPr lang="nb-NO"/>
              <a:t> and </a:t>
            </a:r>
            <a:r>
              <a:rPr lang="nb-NO" i="1"/>
              <a:t>b</a:t>
            </a:r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11BD6-3BA9-FB15-7669-4B8FBEBE7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799" y="1725909"/>
            <a:ext cx="3246401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46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16971F-EB08-C93B-97B0-D4F717AEA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240" y="0"/>
            <a:ext cx="3703641" cy="662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34DC1C-8702-31C7-C8D1-9CEBD3B30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3" y="559582"/>
            <a:ext cx="7473358" cy="441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8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03703B-44EB-24F0-C57F-BB41116B5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727" y="1001894"/>
            <a:ext cx="4054191" cy="3139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A5161D-5435-F18A-733D-6D0EC9034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42" y="1017135"/>
            <a:ext cx="3932261" cy="31244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A0E162-7701-C49F-D535-57D27A5CF063}"/>
              </a:ext>
            </a:extLst>
          </p:cNvPr>
          <p:cNvCxnSpPr>
            <a:cxnSpLocks/>
          </p:cNvCxnSpPr>
          <p:nvPr/>
        </p:nvCxnSpPr>
        <p:spPr>
          <a:xfrm>
            <a:off x="4754705" y="1001894"/>
            <a:ext cx="0" cy="4108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912F327-7681-C7EC-720D-2D6D32FF0F10}"/>
              </a:ext>
            </a:extLst>
          </p:cNvPr>
          <p:cNvSpPr txBox="1"/>
          <p:nvPr/>
        </p:nvSpPr>
        <p:spPr>
          <a:xfrm>
            <a:off x="6324600" y="250763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/>
              <a:t>Equations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3AF54-C534-58B7-D8C9-DAA3A54A8153}"/>
              </a:ext>
            </a:extLst>
          </p:cNvPr>
          <p:cNvSpPr txBox="1"/>
          <p:nvPr/>
        </p:nvSpPr>
        <p:spPr>
          <a:xfrm>
            <a:off x="1368557" y="158430"/>
            <a:ext cx="2573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from </a:t>
            </a:r>
            <a:r>
              <a:rPr lang="en-GB" err="1"/>
              <a:t>filterpy.kalman</a:t>
            </a:r>
            <a:r>
              <a:rPr lang="en-GB"/>
              <a:t> import </a:t>
            </a:r>
            <a:r>
              <a:rPr lang="en-GB" err="1"/>
              <a:t>KalmanFilter</a:t>
            </a:r>
            <a:endParaRPr lang="en-GB"/>
          </a:p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6E50B9-B298-B5FF-67AC-3CC2530FB490}"/>
              </a:ext>
            </a:extLst>
          </p:cNvPr>
          <p:cNvCxnSpPr>
            <a:cxnSpLocks/>
          </p:cNvCxnSpPr>
          <p:nvPr/>
        </p:nvCxnSpPr>
        <p:spPr>
          <a:xfrm>
            <a:off x="4754705" y="32266"/>
            <a:ext cx="0" cy="2184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E4AE7B5-D291-0FBA-88AB-06463111D6C2}"/>
              </a:ext>
            </a:extLst>
          </p:cNvPr>
          <p:cNvSpPr txBox="1"/>
          <p:nvPr/>
        </p:nvSpPr>
        <p:spPr>
          <a:xfrm>
            <a:off x="4489247" y="43542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/>
              <a:t>OR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15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F3827E-6862-14A7-6F88-97D8EDBDD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700087"/>
            <a:ext cx="66865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88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FBBE9A-E621-51A5-364E-80091CDBF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2" y="700087"/>
            <a:ext cx="67722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9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6E1723-EA7A-D47B-CF53-A78A43963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72" y="848522"/>
            <a:ext cx="2918713" cy="441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184C33-F099-CEDD-A9CE-48A30571E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" y="1404258"/>
            <a:ext cx="8049991" cy="331749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56B775-517A-8BE1-11E6-46A283DA7980}"/>
              </a:ext>
            </a:extLst>
          </p:cNvPr>
          <p:cNvSpPr txBox="1">
            <a:spLocks/>
          </p:cNvSpPr>
          <p:nvPr/>
        </p:nvSpPr>
        <p:spPr>
          <a:xfrm>
            <a:off x="982193" y="205979"/>
            <a:ext cx="7681516" cy="64633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nb-NO"/>
              <a:t>Nonlinear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395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396524-4B81-B24F-0EC4-FEABCD36E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31" y="990443"/>
            <a:ext cx="6005080" cy="3619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19ACC4-FE79-0B67-B08F-801A70236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431" y="438675"/>
            <a:ext cx="5075360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11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8FB73-FEF1-4C0B-61F2-CF275CE08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333375"/>
            <a:ext cx="79343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6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4865-7D2F-1B80-D59F-76E37FC8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4DFC7-E044-8DBD-B758-021E00140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81" y="781411"/>
            <a:ext cx="2028150" cy="33658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1200"/>
              <a:t>Augmented system 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1E560-C398-F0E7-A219-50B6396D5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29" y="1169074"/>
            <a:ext cx="2420471" cy="64821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8D0874-8EC3-2D43-FD99-833A88335459}"/>
              </a:ext>
            </a:extLst>
          </p:cNvPr>
          <p:cNvSpPr txBox="1">
            <a:spLocks/>
          </p:cNvSpPr>
          <p:nvPr/>
        </p:nvSpPr>
        <p:spPr>
          <a:xfrm>
            <a:off x="3616696" y="849767"/>
            <a:ext cx="2297090" cy="358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Priori estimation (prediction)</a:t>
            </a: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36D7BC3-6FAE-821F-BD0E-0AC634BA2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956" y="1168043"/>
            <a:ext cx="2622178" cy="560637"/>
          </a:xfrm>
          <a:prstGeom prst="rect">
            <a:avLst/>
          </a:prstGeom>
        </p:spPr>
      </p:pic>
      <p:pic>
        <p:nvPicPr>
          <p:cNvPr id="9" name="Picture 8" descr="A group of math symbols&#10;&#10;AI-generated content may be incorrect.">
            <a:extLst>
              <a:ext uri="{FF2B5EF4-FFF2-40B4-BE49-F238E27FC236}">
                <a16:creationId xmlns:a16="http://schemas.microsoft.com/office/drawing/2014/main" id="{2B10BFCA-7586-501E-38BF-4E21F7F2D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2393356"/>
            <a:ext cx="3036795" cy="7938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934353-3C78-E704-C62F-0789B14D4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5704" y="2499812"/>
            <a:ext cx="2297207" cy="69461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BC5C9DB-3EE2-F80D-F3E4-85065652D456}"/>
              </a:ext>
            </a:extLst>
          </p:cNvPr>
          <p:cNvSpPr txBox="1">
            <a:spLocks/>
          </p:cNvSpPr>
          <p:nvPr/>
        </p:nvSpPr>
        <p:spPr>
          <a:xfrm>
            <a:off x="1694885" y="2121633"/>
            <a:ext cx="1574311" cy="336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Kalman filter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3463092-4C48-0A03-8B3B-034FF99604E1}"/>
              </a:ext>
            </a:extLst>
          </p:cNvPr>
          <p:cNvSpPr txBox="1">
            <a:spLocks/>
          </p:cNvSpPr>
          <p:nvPr/>
        </p:nvSpPr>
        <p:spPr>
          <a:xfrm>
            <a:off x="5336797" y="2054397"/>
            <a:ext cx="1574311" cy="336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RLS-like</a:t>
            </a:r>
            <a:endParaRPr lang="en-US"/>
          </a:p>
        </p:txBody>
      </p:sp>
      <p:pic>
        <p:nvPicPr>
          <p:cNvPr id="13" name="Picture 12" descr="A close-up of a number&#10;&#10;AI-generated content may be incorrect.">
            <a:extLst>
              <a:ext uri="{FF2B5EF4-FFF2-40B4-BE49-F238E27FC236}">
                <a16:creationId xmlns:a16="http://schemas.microsoft.com/office/drawing/2014/main" id="{7CACC9A3-E9CF-4858-6FFC-9806AA7F11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250" y="3945267"/>
            <a:ext cx="4454339" cy="463449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CA04135-49AE-6427-3BDC-766896969822}"/>
              </a:ext>
            </a:extLst>
          </p:cNvPr>
          <p:cNvSpPr txBox="1">
            <a:spLocks/>
          </p:cNvSpPr>
          <p:nvPr/>
        </p:nvSpPr>
        <p:spPr>
          <a:xfrm>
            <a:off x="2776255" y="3584002"/>
            <a:ext cx="2297090" cy="358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Posteriori estimation (update)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41B7F8-CDB9-D240-F222-4A089A120ABE}"/>
              </a:ext>
            </a:extLst>
          </p:cNvPr>
          <p:cNvCxnSpPr/>
          <p:nvPr/>
        </p:nvCxnSpPr>
        <p:spPr>
          <a:xfrm flipH="1">
            <a:off x="2306171" y="1369358"/>
            <a:ext cx="1422026" cy="7743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4343BC-26E0-4D81-36E5-BB9AA9B2A435}"/>
              </a:ext>
            </a:extLst>
          </p:cNvPr>
          <p:cNvCxnSpPr>
            <a:cxnSpLocks/>
          </p:cNvCxnSpPr>
          <p:nvPr/>
        </p:nvCxnSpPr>
        <p:spPr>
          <a:xfrm>
            <a:off x="3935505" y="1694329"/>
            <a:ext cx="1390649" cy="4493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FF4709-7912-AF70-A394-D26D31F4EF20}"/>
              </a:ext>
            </a:extLst>
          </p:cNvPr>
          <p:cNvCxnSpPr>
            <a:cxnSpLocks/>
          </p:cNvCxnSpPr>
          <p:nvPr/>
        </p:nvCxnSpPr>
        <p:spPr>
          <a:xfrm flipH="1">
            <a:off x="3197036" y="3229535"/>
            <a:ext cx="2805954" cy="690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9E6576-F1C1-6D13-074A-00399CA6D957}"/>
              </a:ext>
            </a:extLst>
          </p:cNvPr>
          <p:cNvCxnSpPr>
            <a:cxnSpLocks/>
          </p:cNvCxnSpPr>
          <p:nvPr/>
        </p:nvCxnSpPr>
        <p:spPr>
          <a:xfrm>
            <a:off x="2422713" y="3268755"/>
            <a:ext cx="320486" cy="9816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7FC796-4C07-878F-9DA6-14F33D16F2BE}"/>
              </a:ext>
            </a:extLst>
          </p:cNvPr>
          <p:cNvCxnSpPr/>
          <p:nvPr/>
        </p:nvCxnSpPr>
        <p:spPr>
          <a:xfrm>
            <a:off x="4072778" y="4380939"/>
            <a:ext cx="326091" cy="112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0CA13C-F9C3-65BE-E890-335115361338}"/>
              </a:ext>
            </a:extLst>
          </p:cNvPr>
          <p:cNvCxnSpPr>
            <a:cxnSpLocks/>
          </p:cNvCxnSpPr>
          <p:nvPr/>
        </p:nvCxnSpPr>
        <p:spPr>
          <a:xfrm>
            <a:off x="4033557" y="4179233"/>
            <a:ext cx="326091" cy="1121"/>
          </a:xfrm>
          <a:prstGeom prst="straightConnector1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68F244-FB8B-C434-67D7-1C763B0D3140}"/>
              </a:ext>
            </a:extLst>
          </p:cNvPr>
          <p:cNvCxnSpPr>
            <a:cxnSpLocks/>
          </p:cNvCxnSpPr>
          <p:nvPr/>
        </p:nvCxnSpPr>
        <p:spPr>
          <a:xfrm>
            <a:off x="5753659" y="4380938"/>
            <a:ext cx="326091" cy="1121"/>
          </a:xfrm>
          <a:prstGeom prst="straightConnector1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E2DA7E9-1D74-161D-5397-3470237FF5C1}"/>
              </a:ext>
            </a:extLst>
          </p:cNvPr>
          <p:cNvSpPr txBox="1"/>
          <p:nvPr/>
        </p:nvSpPr>
        <p:spPr>
          <a:xfrm>
            <a:off x="817859" y="4801551"/>
            <a:ext cx="747768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222222"/>
                </a:solidFill>
                <a:cs typeface="Arial"/>
              </a:rPr>
              <a:t>Zhang, Q. (2018). Adaptive Kalman filter for actuator fault diagnosis. </a:t>
            </a:r>
            <a:r>
              <a:rPr lang="en-US" sz="1000" i="1" err="1">
                <a:solidFill>
                  <a:srgbClr val="222222"/>
                </a:solidFill>
                <a:cs typeface="Arial"/>
              </a:rPr>
              <a:t>Automatica</a:t>
            </a:r>
            <a:r>
              <a:rPr lang="en-US" sz="1000">
                <a:solidFill>
                  <a:srgbClr val="222222"/>
                </a:solidFill>
                <a:cs typeface="Arial"/>
              </a:rPr>
              <a:t>, </a:t>
            </a:r>
            <a:r>
              <a:rPr lang="en-US" sz="1000" i="1">
                <a:solidFill>
                  <a:srgbClr val="222222"/>
                </a:solidFill>
                <a:cs typeface="Arial"/>
              </a:rPr>
              <a:t>93</a:t>
            </a:r>
            <a:r>
              <a:rPr lang="en-US" sz="1000">
                <a:solidFill>
                  <a:srgbClr val="222222"/>
                </a:solidFill>
                <a:cs typeface="Arial"/>
              </a:rPr>
              <a:t>, 333-342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6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E7E3-7059-5377-850D-44FE2A814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CC1955-BB6E-F088-2712-15F704E52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620" y="1509793"/>
            <a:ext cx="2028150" cy="3365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/>
              <a:t>Observability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64B401-2603-4406-6DD2-B48AB4F5E373}"/>
              </a:ext>
            </a:extLst>
          </p:cNvPr>
          <p:cNvSpPr txBox="1">
            <a:spLocks/>
          </p:cNvSpPr>
          <p:nvPr/>
        </p:nvSpPr>
        <p:spPr>
          <a:xfrm>
            <a:off x="983315" y="1045869"/>
            <a:ext cx="3535340" cy="319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Augmented estimation: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A2661A-85EF-1BEB-7023-AC721AA69C73}"/>
              </a:ext>
            </a:extLst>
          </p:cNvPr>
          <p:cNvSpPr txBox="1">
            <a:spLocks/>
          </p:cNvSpPr>
          <p:nvPr/>
        </p:nvSpPr>
        <p:spPr>
          <a:xfrm>
            <a:off x="2176741" y="2431325"/>
            <a:ext cx="2028150" cy="336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/>
              <a:t>Controllability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880F2F-F74F-7E5B-6F91-937829A762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650"/>
          <a:stretch>
            <a:fillRect/>
          </a:stretch>
        </p:blipFill>
        <p:spPr>
          <a:xfrm>
            <a:off x="644339" y="1961244"/>
            <a:ext cx="4675910" cy="287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1A95B2-2C02-35CB-44C2-C015E3E6EB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848" b="-412"/>
          <a:stretch>
            <a:fillRect/>
          </a:stretch>
        </p:blipFill>
        <p:spPr>
          <a:xfrm>
            <a:off x="695613" y="2860603"/>
            <a:ext cx="4675910" cy="2908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DC224A-89D2-367B-670B-C79AD2148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741" t="-4565" r="4444" b="57024"/>
          <a:stretch>
            <a:fillRect/>
          </a:stretch>
        </p:blipFill>
        <p:spPr>
          <a:xfrm>
            <a:off x="6428610" y="1917552"/>
            <a:ext cx="1627914" cy="3339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CC40A2-1C49-34C7-26F9-5787EDE75D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156" t="59016" b="820"/>
          <a:stretch>
            <a:fillRect/>
          </a:stretch>
        </p:blipFill>
        <p:spPr>
          <a:xfrm>
            <a:off x="6308893" y="2861790"/>
            <a:ext cx="1863084" cy="282147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E6F666-57F2-57C6-416E-69510E25A180}"/>
              </a:ext>
            </a:extLst>
          </p:cNvPr>
          <p:cNvSpPr txBox="1">
            <a:spLocks/>
          </p:cNvSpPr>
          <p:nvPr/>
        </p:nvSpPr>
        <p:spPr>
          <a:xfrm>
            <a:off x="5474496" y="1045869"/>
            <a:ext cx="3535340" cy="319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Joint estimation: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8CD2B50-954E-9F97-DC0C-F34F77E0E1AB}"/>
              </a:ext>
            </a:extLst>
          </p:cNvPr>
          <p:cNvSpPr txBox="1">
            <a:spLocks/>
          </p:cNvSpPr>
          <p:nvPr/>
        </p:nvSpPr>
        <p:spPr>
          <a:xfrm>
            <a:off x="1779611" y="3330511"/>
            <a:ext cx="3534831" cy="2846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Persistent excitation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BC2E62-9969-FC4D-1701-B85F77C8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73" y="3711416"/>
            <a:ext cx="3538682" cy="566622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B6FFEF1-7EB6-85B6-E259-EA52358F036B}"/>
              </a:ext>
            </a:extLst>
          </p:cNvPr>
          <p:cNvSpPr txBox="1">
            <a:spLocks/>
          </p:cNvSpPr>
          <p:nvPr/>
        </p:nvSpPr>
        <p:spPr>
          <a:xfrm>
            <a:off x="6472838" y="1512102"/>
            <a:ext cx="2028150" cy="336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/>
              <a:t>Observability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35C0E3B-4505-9920-29EE-8E7F08EE28DB}"/>
              </a:ext>
            </a:extLst>
          </p:cNvPr>
          <p:cNvSpPr txBox="1">
            <a:spLocks/>
          </p:cNvSpPr>
          <p:nvPr/>
        </p:nvSpPr>
        <p:spPr>
          <a:xfrm>
            <a:off x="6465877" y="2425552"/>
            <a:ext cx="2028150" cy="336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/>
              <a:t>Controllability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F907488-6FA5-4057-BAD7-794A7DC3848C}"/>
              </a:ext>
            </a:extLst>
          </p:cNvPr>
          <p:cNvSpPr txBox="1">
            <a:spLocks/>
          </p:cNvSpPr>
          <p:nvPr/>
        </p:nvSpPr>
        <p:spPr>
          <a:xfrm>
            <a:off x="6068747" y="3324738"/>
            <a:ext cx="3534831" cy="2846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Persistent excitation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EFE710F-66C6-0F46-562D-7FAA83CA2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364" y="3682255"/>
            <a:ext cx="2615046" cy="5960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98676A1-A23A-6D75-C151-DDC4EDF72481}"/>
              </a:ext>
            </a:extLst>
          </p:cNvPr>
          <p:cNvSpPr txBox="1"/>
          <p:nvPr/>
        </p:nvSpPr>
        <p:spPr>
          <a:xfrm>
            <a:off x="742814" y="4639915"/>
            <a:ext cx="84013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M. Hilmi, A. Hasan and M. A. </a:t>
            </a:r>
            <a:r>
              <a:rPr lang="en-US" sz="1200" err="1">
                <a:solidFill>
                  <a:srgbClr val="333333"/>
                </a:solidFill>
                <a:ea typeface="+mn-lt"/>
                <a:cs typeface="+mn-lt"/>
              </a:rPr>
              <a:t>Lundteigen</a:t>
            </a:r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, "Self-Tuning Kalman Filter for Fault Estimation of Nonlinear Systems," </a:t>
            </a:r>
            <a:r>
              <a:rPr lang="en-US" sz="1200" i="1">
                <a:solidFill>
                  <a:srgbClr val="333333"/>
                </a:solidFill>
                <a:ea typeface="+mn-lt"/>
                <a:cs typeface="+mn-lt"/>
              </a:rPr>
              <a:t>in the 64</a:t>
            </a:r>
            <a:r>
              <a:rPr lang="en-US" sz="1200" i="1" baseline="30000">
                <a:solidFill>
                  <a:srgbClr val="333333"/>
                </a:solidFill>
                <a:ea typeface="+mn-lt"/>
                <a:cs typeface="+mn-lt"/>
              </a:rPr>
              <a:t>th</a:t>
            </a:r>
            <a:r>
              <a:rPr lang="en-US" sz="1200" i="1">
                <a:solidFill>
                  <a:srgbClr val="333333"/>
                </a:solidFill>
                <a:ea typeface="+mn-lt"/>
                <a:cs typeface="+mn-lt"/>
              </a:rPr>
              <a:t> IEEE Conference on Decision and Control (CDC)</a:t>
            </a:r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, Rio de Janeiro, Brazil, 2025.</a:t>
            </a:r>
            <a:endParaRPr lang="en-US" sz="1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695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8B8A-E7C2-C767-A809-60DF470C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WyNDA Example</a:t>
            </a:r>
          </a:p>
        </p:txBody>
      </p:sp>
      <p:pic>
        <p:nvPicPr>
          <p:cNvPr id="3" name="Picture 2" descr="A black letter in a circle&#10;&#10;AI-generated content may be incorrect.">
            <a:extLst>
              <a:ext uri="{FF2B5EF4-FFF2-40B4-BE49-F238E27FC236}">
                <a16:creationId xmlns:a16="http://schemas.microsoft.com/office/drawing/2014/main" id="{3CD4A34F-052A-5C0A-7483-50383C5F8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8" y="1092840"/>
            <a:ext cx="4712074" cy="27154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E8FA7B-9E22-5926-717E-E538001B201B}"/>
              </a:ext>
            </a:extLst>
          </p:cNvPr>
          <p:cNvSpPr txBox="1">
            <a:spLocks/>
          </p:cNvSpPr>
          <p:nvPr/>
        </p:nvSpPr>
        <p:spPr>
          <a:xfrm>
            <a:off x="3794870" y="753396"/>
            <a:ext cx="2028150" cy="336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Library functions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130CC-4903-8CB4-54D8-883CCD1BE737}"/>
              </a:ext>
            </a:extLst>
          </p:cNvPr>
          <p:cNvSpPr txBox="1"/>
          <p:nvPr/>
        </p:nvSpPr>
        <p:spPr>
          <a:xfrm>
            <a:off x="658770" y="4589489"/>
            <a:ext cx="840132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333333"/>
                </a:solidFill>
                <a:latin typeface="Consolas"/>
                <a:ea typeface="+mn-lt"/>
                <a:cs typeface="+mn-lt"/>
                <a:hlinkClick r:id="rId3"/>
              </a:rPr>
              <a:t>https://github.com/hilmi-ica/WyNDA-UAV.git</a:t>
            </a:r>
            <a:r>
              <a:rPr lang="en-US" sz="100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 </a:t>
            </a:r>
            <a:endParaRPr lang="en-US">
              <a:latin typeface="Consolas"/>
              <a:ea typeface="+mn-lt"/>
              <a:cs typeface="+mn-lt"/>
            </a:endParaRPr>
          </a:p>
          <a:p>
            <a:r>
              <a:rPr lang="en-US" sz="1000">
                <a:solidFill>
                  <a:srgbClr val="333333"/>
                </a:solidFill>
                <a:ea typeface="+mn-lt"/>
                <a:cs typeface="+mn-lt"/>
              </a:rPr>
              <a:t>M. Hilmi, S. F. Ramadhan, A. </a:t>
            </a:r>
            <a:r>
              <a:rPr lang="en-US" sz="1000" err="1">
                <a:solidFill>
                  <a:srgbClr val="333333"/>
                </a:solidFill>
                <a:ea typeface="+mn-lt"/>
                <a:cs typeface="+mn-lt"/>
              </a:rPr>
              <a:t>Widyotriatmo</a:t>
            </a:r>
            <a:r>
              <a:rPr lang="en-US" sz="1000">
                <a:solidFill>
                  <a:srgbClr val="333333"/>
                </a:solidFill>
                <a:ea typeface="+mn-lt"/>
                <a:cs typeface="+mn-lt"/>
              </a:rPr>
              <a:t> an A. Hasan, "Real-Time Parameter Estimation for Digital Twins of Unmanned Aerial Vehicles," in </a:t>
            </a:r>
            <a:r>
              <a:rPr lang="en-US" sz="1000" i="1">
                <a:solidFill>
                  <a:srgbClr val="333333"/>
                </a:solidFill>
                <a:ea typeface="+mn-lt"/>
                <a:cs typeface="+mn-lt"/>
              </a:rPr>
              <a:t>IEEE Transactions on Intelligent Vehicles</a:t>
            </a:r>
            <a:r>
              <a:rPr lang="en-US" sz="1000">
                <a:solidFill>
                  <a:srgbClr val="333333"/>
                </a:solidFill>
                <a:ea typeface="+mn-lt"/>
                <a:cs typeface="+mn-lt"/>
              </a:rPr>
              <a:t>, 2025 [Submitted].</a:t>
            </a:r>
            <a:endParaRPr lang="en-US">
              <a:cs typeface="Arial"/>
            </a:endParaRP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756B616E-395B-04C0-54BC-4C4AF12CD2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75" r="24174"/>
          <a:stretch>
            <a:fillRect/>
          </a:stretch>
        </p:blipFill>
        <p:spPr>
          <a:xfrm>
            <a:off x="1743121" y="1367117"/>
            <a:ext cx="2596238" cy="3272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4A6754-DEDF-DC84-B1F6-879E84F7C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979" y="1367118"/>
            <a:ext cx="3522542" cy="315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9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NTNU FARGER UU">
      <a:dk1>
        <a:srgbClr val="000000"/>
      </a:dk1>
      <a:lt1>
        <a:srgbClr val="FFFFFF"/>
      </a:lt1>
      <a:dk2>
        <a:srgbClr val="014693"/>
      </a:dk2>
      <a:lt2>
        <a:srgbClr val="D6D7D6"/>
      </a:lt2>
      <a:accent1>
        <a:srgbClr val="B6C8E9"/>
      </a:accent1>
      <a:accent2>
        <a:srgbClr val="014693"/>
      </a:accent2>
      <a:accent3>
        <a:srgbClr val="BCD024"/>
      </a:accent3>
      <a:accent4>
        <a:srgbClr val="B01B81"/>
      </a:accent4>
      <a:accent5>
        <a:srgbClr val="F7D019"/>
      </a:accent5>
      <a:accent6>
        <a:srgbClr val="ED8013"/>
      </a:accent6>
      <a:hlink>
        <a:srgbClr val="3D2A68"/>
      </a:hlink>
      <a:folHlink>
        <a:srgbClr val="338C8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3B7B0"/>
        </a:solidFill>
        <a:ln>
          <a:noFill/>
        </a:ln>
        <a:effectLst>
          <a:outerShdw blurRad="114300" dist="12700" dir="5400000" rotWithShape="0">
            <a:srgbClr val="000000">
              <a:alpha val="35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tnu_blaa_stripe_eng_16_9" id="{EF0CCC76-3BB4-964A-A763-5BADD99CCC12}" vid="{22775D7A-A0EF-1F47-BB91-F593C8A03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37B09C69DEF04692090B1B0584B12C" ma:contentTypeVersion="13" ma:contentTypeDescription="Create a new document." ma:contentTypeScope="" ma:versionID="e8358875d2d5884fee46ea421d5e977d">
  <xsd:schema xmlns:xsd="http://www.w3.org/2001/XMLSchema" xmlns:xs="http://www.w3.org/2001/XMLSchema" xmlns:p="http://schemas.microsoft.com/office/2006/metadata/properties" xmlns:ns3="d3e1a626-e7ed-464a-865f-4f719e4ef767" targetNamespace="http://schemas.microsoft.com/office/2006/metadata/properties" ma:root="true" ma:fieldsID="dedb23c9a0d3bd65a4cf1ba096fca690" ns3:_="">
    <xsd:import namespace="d3e1a626-e7ed-464a-865f-4f719e4ef76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BillingMetadata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e1a626-e7ed-464a-865f-4f719e4ef76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e1a626-e7ed-464a-865f-4f719e4ef767" xsi:nil="true"/>
  </documentManagement>
</p:properties>
</file>

<file path=customXml/itemProps1.xml><?xml version="1.0" encoding="utf-8"?>
<ds:datastoreItem xmlns:ds="http://schemas.openxmlformats.org/officeDocument/2006/customXml" ds:itemID="{F9BA8330-E449-45E4-A6AD-7A2AB42F5289}">
  <ds:schemaRefs>
    <ds:schemaRef ds:uri="d3e1a626-e7ed-464a-865f-4f719e4ef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8F95EB0-7EDF-4ED8-9295-F988C67DE8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973752-D4AF-4510-AA71-0A9971F6AE41}">
  <ds:schemaRefs>
    <ds:schemaRef ds:uri="d3e1a626-e7ed-464a-865f-4f719e4ef7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ntnu_blaa_stripe_eng_16_9</Template>
  <Application>Microsoft Office PowerPoint</Application>
  <PresentationFormat>On-screen Show (16:9)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Office-tema</vt:lpstr>
      <vt:lpstr>System Identification with Kalman Filters</vt:lpstr>
      <vt:lpstr>Kalman Filters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Joint Estimation</vt:lpstr>
      <vt:lpstr>Why?</vt:lpstr>
      <vt:lpstr>WyNDA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Gardella</dc:creator>
  <cp:revision>1</cp:revision>
  <dcterms:created xsi:type="dcterms:W3CDTF">2025-02-24T09:34:32Z</dcterms:created>
  <dcterms:modified xsi:type="dcterms:W3CDTF">2025-11-14T11:57:13Z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0x0101006E37B09C69DEF04692090B1B0584B12C</vt:lpwstr>
  </property>
</Properties>
</file>