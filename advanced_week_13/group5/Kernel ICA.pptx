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1" r:id="rId5"/>
    <p:sldId id="260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8AEAB-B704-43B8-92DF-83C882CFB3BB}" v="19" dt="2025-11-28T11:35: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Odinsen" userId="33720a3a-92dc-40b5-926e-3b8e80665193" providerId="ADAL" clId="{5050517D-B2A7-4F78-9EF9-37F07E4A0365}"/>
    <pc:docChg chg="undo custSel addSld delSld modSld sldOrd">
      <pc:chgData name="Eirik Odinsen" userId="33720a3a-92dc-40b5-926e-3b8e80665193" providerId="ADAL" clId="{5050517D-B2A7-4F78-9EF9-37F07E4A0365}" dt="2025-11-28T11:48:33.371" v="743" actId="20577"/>
      <pc:docMkLst>
        <pc:docMk/>
      </pc:docMkLst>
      <pc:sldChg chg="modSp mod">
        <pc:chgData name="Eirik Odinsen" userId="33720a3a-92dc-40b5-926e-3b8e80665193" providerId="ADAL" clId="{5050517D-B2A7-4F78-9EF9-37F07E4A0365}" dt="2025-11-28T11:15:57.571" v="733" actId="20577"/>
        <pc:sldMkLst>
          <pc:docMk/>
          <pc:sldMk cId="3472134012" sldId="256"/>
        </pc:sldMkLst>
        <pc:spChg chg="mod">
          <ac:chgData name="Eirik Odinsen" userId="33720a3a-92dc-40b5-926e-3b8e80665193" providerId="ADAL" clId="{5050517D-B2A7-4F78-9EF9-37F07E4A0365}" dt="2025-11-28T11:15:57.571" v="733" actId="20577"/>
          <ac:spMkLst>
            <pc:docMk/>
            <pc:sldMk cId="3472134012" sldId="256"/>
            <ac:spMk id="3" creationId="{6087D6A4-291E-084B-4A24-2F0B2937EC7F}"/>
          </ac:spMkLst>
        </pc:spChg>
      </pc:sldChg>
      <pc:sldChg chg="addSp delSp modSp mod">
        <pc:chgData name="Eirik Odinsen" userId="33720a3a-92dc-40b5-926e-3b8e80665193" providerId="ADAL" clId="{5050517D-B2A7-4F78-9EF9-37F07E4A0365}" dt="2025-11-28T08:38:36.324" v="638" actId="1076"/>
        <pc:sldMkLst>
          <pc:docMk/>
          <pc:sldMk cId="1546678133" sldId="257"/>
        </pc:sldMkLst>
        <pc:spChg chg="mod">
          <ac:chgData name="Eirik Odinsen" userId="33720a3a-92dc-40b5-926e-3b8e80665193" providerId="ADAL" clId="{5050517D-B2A7-4F78-9EF9-37F07E4A0365}" dt="2025-11-27T16:51:31.362" v="324" actId="27636"/>
          <ac:spMkLst>
            <pc:docMk/>
            <pc:sldMk cId="1546678133" sldId="257"/>
            <ac:spMk id="2" creationId="{B5D07112-260C-C146-91AE-EE03106C1696}"/>
          </ac:spMkLst>
        </pc:spChg>
        <pc:spChg chg="mod">
          <ac:chgData name="Eirik Odinsen" userId="33720a3a-92dc-40b5-926e-3b8e80665193" providerId="ADAL" clId="{5050517D-B2A7-4F78-9EF9-37F07E4A0365}" dt="2025-11-28T08:38:12.177" v="627" actId="14100"/>
          <ac:spMkLst>
            <pc:docMk/>
            <pc:sldMk cId="1546678133" sldId="257"/>
            <ac:spMk id="7" creationId="{48BA6C6F-8193-EC0F-FC86-5A594688CC63}"/>
          </ac:spMkLst>
        </pc:spChg>
        <pc:spChg chg="add mod">
          <ac:chgData name="Eirik Odinsen" userId="33720a3a-92dc-40b5-926e-3b8e80665193" providerId="ADAL" clId="{5050517D-B2A7-4F78-9EF9-37F07E4A0365}" dt="2025-11-28T08:38:36.324" v="638" actId="1076"/>
          <ac:spMkLst>
            <pc:docMk/>
            <pc:sldMk cId="1546678133" sldId="257"/>
            <ac:spMk id="8" creationId="{D905630C-6008-5D0A-9BC6-F9BA01B24379}"/>
          </ac:spMkLst>
        </pc:spChg>
        <pc:picChg chg="add mod">
          <ac:chgData name="Eirik Odinsen" userId="33720a3a-92dc-40b5-926e-3b8e80665193" providerId="ADAL" clId="{5050517D-B2A7-4F78-9EF9-37F07E4A0365}" dt="2025-11-28T08:37:58.431" v="624" actId="1076"/>
          <ac:picMkLst>
            <pc:docMk/>
            <pc:sldMk cId="1546678133" sldId="257"/>
            <ac:picMk id="4" creationId="{7DD1E207-FCC7-FAB2-6E9B-BB4CB22BF689}"/>
          </ac:picMkLst>
        </pc:picChg>
        <pc:picChg chg="mod">
          <ac:chgData name="Eirik Odinsen" userId="33720a3a-92dc-40b5-926e-3b8e80665193" providerId="ADAL" clId="{5050517D-B2A7-4F78-9EF9-37F07E4A0365}" dt="2025-11-28T08:38:02.821" v="626" actId="1076"/>
          <ac:picMkLst>
            <pc:docMk/>
            <pc:sldMk cId="1546678133" sldId="257"/>
            <ac:picMk id="5" creationId="{DA5C3862-F7C2-0779-E8D6-82363F664CF5}"/>
          </ac:picMkLst>
        </pc:picChg>
        <pc:picChg chg="mod">
          <ac:chgData name="Eirik Odinsen" userId="33720a3a-92dc-40b5-926e-3b8e80665193" providerId="ADAL" clId="{5050517D-B2A7-4F78-9EF9-37F07E4A0365}" dt="2025-11-28T08:38:00.534" v="625" actId="1076"/>
          <ac:picMkLst>
            <pc:docMk/>
            <pc:sldMk cId="1546678133" sldId="257"/>
            <ac:picMk id="6" creationId="{6088E736-E299-469A-BE02-268EF3ED0788}"/>
          </ac:picMkLst>
        </pc:picChg>
        <pc:picChg chg="del mod">
          <ac:chgData name="Eirik Odinsen" userId="33720a3a-92dc-40b5-926e-3b8e80665193" providerId="ADAL" clId="{5050517D-B2A7-4F78-9EF9-37F07E4A0365}" dt="2025-11-27T16:53:35.193" v="337" actId="21"/>
          <ac:picMkLst>
            <pc:docMk/>
            <pc:sldMk cId="1546678133" sldId="257"/>
            <ac:picMk id="9" creationId="{9ED5349C-71F3-3BBD-75D0-D38A52E55A40}"/>
          </ac:picMkLst>
        </pc:picChg>
        <pc:picChg chg="del mod">
          <ac:chgData name="Eirik Odinsen" userId="33720a3a-92dc-40b5-926e-3b8e80665193" providerId="ADAL" clId="{5050517D-B2A7-4F78-9EF9-37F07E4A0365}" dt="2025-11-27T16:53:33.588" v="336" actId="21"/>
          <ac:picMkLst>
            <pc:docMk/>
            <pc:sldMk cId="1546678133" sldId="257"/>
            <ac:picMk id="10" creationId="{59B196FB-BB66-CCF3-947C-77C95150C979}"/>
          </ac:picMkLst>
        </pc:picChg>
        <pc:picChg chg="add del mod">
          <ac:chgData name="Eirik Odinsen" userId="33720a3a-92dc-40b5-926e-3b8e80665193" providerId="ADAL" clId="{5050517D-B2A7-4F78-9EF9-37F07E4A0365}" dt="2025-11-28T08:24:42.115" v="569" actId="21"/>
          <ac:picMkLst>
            <pc:docMk/>
            <pc:sldMk cId="1546678133" sldId="257"/>
            <ac:picMk id="12" creationId="{7CF0A802-036F-CB51-9EDA-05C12B4D8FF3}"/>
          </ac:picMkLst>
        </pc:picChg>
        <pc:picChg chg="add del mod">
          <ac:chgData name="Eirik Odinsen" userId="33720a3a-92dc-40b5-926e-3b8e80665193" providerId="ADAL" clId="{5050517D-B2A7-4F78-9EF9-37F07E4A0365}" dt="2025-11-28T08:25:30.012" v="621" actId="21"/>
          <ac:picMkLst>
            <pc:docMk/>
            <pc:sldMk cId="1546678133" sldId="257"/>
            <ac:picMk id="14" creationId="{510EA18A-BFD1-5A5D-2278-DBF7BF9EAF51}"/>
          </ac:picMkLst>
        </pc:picChg>
      </pc:sldChg>
      <pc:sldChg chg="addSp modSp new del mod">
        <pc:chgData name="Eirik Odinsen" userId="33720a3a-92dc-40b5-926e-3b8e80665193" providerId="ADAL" clId="{5050517D-B2A7-4F78-9EF9-37F07E4A0365}" dt="2025-11-28T08:24:45.769" v="570" actId="2696"/>
        <pc:sldMkLst>
          <pc:docMk/>
          <pc:sldMk cId="2690153313" sldId="258"/>
        </pc:sldMkLst>
        <pc:spChg chg="mod">
          <ac:chgData name="Eirik Odinsen" userId="33720a3a-92dc-40b5-926e-3b8e80665193" providerId="ADAL" clId="{5050517D-B2A7-4F78-9EF9-37F07E4A0365}" dt="2025-11-27T15:34:38.117" v="48" actId="20577"/>
          <ac:spMkLst>
            <pc:docMk/>
            <pc:sldMk cId="2690153313" sldId="258"/>
            <ac:spMk id="2" creationId="{1F502450-B791-BBCA-A973-B56C456E7AD2}"/>
          </ac:spMkLst>
        </pc:spChg>
        <pc:picChg chg="add mod">
          <ac:chgData name="Eirik Odinsen" userId="33720a3a-92dc-40b5-926e-3b8e80665193" providerId="ADAL" clId="{5050517D-B2A7-4F78-9EF9-37F07E4A0365}" dt="2025-11-28T07:56:00.171" v="568" actId="1076"/>
          <ac:picMkLst>
            <pc:docMk/>
            <pc:sldMk cId="2690153313" sldId="258"/>
            <ac:picMk id="4" creationId="{914E4ED9-5BF3-A8C8-FE36-23D5748EAA07}"/>
          </ac:picMkLst>
        </pc:picChg>
        <pc:picChg chg="add mod">
          <ac:chgData name="Eirik Odinsen" userId="33720a3a-92dc-40b5-926e-3b8e80665193" providerId="ADAL" clId="{5050517D-B2A7-4F78-9EF9-37F07E4A0365}" dt="2025-11-27T16:54:11.654" v="349" actId="1076"/>
          <ac:picMkLst>
            <pc:docMk/>
            <pc:sldMk cId="2690153313" sldId="258"/>
            <ac:picMk id="5" creationId="{1DB90D54-A02F-9762-EA71-4E55F0D3CCD1}"/>
          </ac:picMkLst>
        </pc:picChg>
        <pc:picChg chg="add mod">
          <ac:chgData name="Eirik Odinsen" userId="33720a3a-92dc-40b5-926e-3b8e80665193" providerId="ADAL" clId="{5050517D-B2A7-4F78-9EF9-37F07E4A0365}" dt="2025-11-27T16:54:15.334" v="350" actId="1076"/>
          <ac:picMkLst>
            <pc:docMk/>
            <pc:sldMk cId="2690153313" sldId="258"/>
            <ac:picMk id="7" creationId="{F1835FEB-5A0B-AD11-A286-16CA6971A57A}"/>
          </ac:picMkLst>
        </pc:picChg>
      </pc:sldChg>
      <pc:sldChg chg="modSp new mod">
        <pc:chgData name="Eirik Odinsen" userId="33720a3a-92dc-40b5-926e-3b8e80665193" providerId="ADAL" clId="{5050517D-B2A7-4F78-9EF9-37F07E4A0365}" dt="2025-11-28T08:41:48.846" v="706" actId="113"/>
        <pc:sldMkLst>
          <pc:docMk/>
          <pc:sldMk cId="1637763883" sldId="259"/>
        </pc:sldMkLst>
        <pc:spChg chg="mod">
          <ac:chgData name="Eirik Odinsen" userId="33720a3a-92dc-40b5-926e-3b8e80665193" providerId="ADAL" clId="{5050517D-B2A7-4F78-9EF9-37F07E4A0365}" dt="2025-11-27T15:44:02.126" v="191" actId="20577"/>
          <ac:spMkLst>
            <pc:docMk/>
            <pc:sldMk cId="1637763883" sldId="259"/>
            <ac:spMk id="2" creationId="{DF1287D5-494F-17FE-4B21-11A4E52555A6}"/>
          </ac:spMkLst>
        </pc:spChg>
        <pc:spChg chg="mod">
          <ac:chgData name="Eirik Odinsen" userId="33720a3a-92dc-40b5-926e-3b8e80665193" providerId="ADAL" clId="{5050517D-B2A7-4F78-9EF9-37F07E4A0365}" dt="2025-11-28T08:41:48.846" v="706" actId="113"/>
          <ac:spMkLst>
            <pc:docMk/>
            <pc:sldMk cId="1637763883" sldId="259"/>
            <ac:spMk id="3" creationId="{FE7A6B17-EF8F-394E-9432-4A21F394D5A1}"/>
          </ac:spMkLst>
        </pc:spChg>
      </pc:sldChg>
      <pc:sldChg chg="addSp delSp modSp add mod ord">
        <pc:chgData name="Eirik Odinsen" userId="33720a3a-92dc-40b5-926e-3b8e80665193" providerId="ADAL" clId="{5050517D-B2A7-4F78-9EF9-37F07E4A0365}" dt="2025-11-28T11:48:33.371" v="743" actId="20577"/>
        <pc:sldMkLst>
          <pc:docMk/>
          <pc:sldMk cId="1100061578" sldId="260"/>
        </pc:sldMkLst>
        <pc:spChg chg="mod">
          <ac:chgData name="Eirik Odinsen" userId="33720a3a-92dc-40b5-926e-3b8e80665193" providerId="ADAL" clId="{5050517D-B2A7-4F78-9EF9-37F07E4A0365}" dt="2025-11-27T16:59:57.817" v="387" actId="313"/>
          <ac:spMkLst>
            <pc:docMk/>
            <pc:sldMk cId="1100061578" sldId="260"/>
            <ac:spMk id="2" creationId="{CFFD6650-C419-0386-7AC7-2D2ADA5BD624}"/>
          </ac:spMkLst>
        </pc:spChg>
        <pc:spChg chg="add del mod">
          <ac:chgData name="Eirik Odinsen" userId="33720a3a-92dc-40b5-926e-3b8e80665193" providerId="ADAL" clId="{5050517D-B2A7-4F78-9EF9-37F07E4A0365}" dt="2025-11-28T08:25:20.410" v="619"/>
          <ac:spMkLst>
            <pc:docMk/>
            <pc:sldMk cId="1100061578" sldId="260"/>
            <ac:spMk id="3" creationId="{6F876CD2-83D0-16BD-84C7-FFC1984FFA7D}"/>
          </ac:spMkLst>
        </pc:spChg>
        <pc:spChg chg="mod">
          <ac:chgData name="Eirik Odinsen" userId="33720a3a-92dc-40b5-926e-3b8e80665193" providerId="ADAL" clId="{5050517D-B2A7-4F78-9EF9-37F07E4A0365}" dt="2025-11-27T16:56:11.188" v="352" actId="14100"/>
          <ac:spMkLst>
            <pc:docMk/>
            <pc:sldMk cId="1100061578" sldId="260"/>
            <ac:spMk id="7" creationId="{3971D597-4BFE-9D0A-B56D-87E1EA93E540}"/>
          </ac:spMkLst>
        </pc:spChg>
        <pc:spChg chg="add mod">
          <ac:chgData name="Eirik Odinsen" userId="33720a3a-92dc-40b5-926e-3b8e80665193" providerId="ADAL" clId="{5050517D-B2A7-4F78-9EF9-37F07E4A0365}" dt="2025-11-28T11:48:33.371" v="743" actId="20577"/>
          <ac:spMkLst>
            <pc:docMk/>
            <pc:sldMk cId="1100061578" sldId="260"/>
            <ac:spMk id="8" creationId="{34C50976-EA3E-ED62-4189-144B63153EDA}"/>
          </ac:spMkLst>
        </pc:spChg>
        <pc:picChg chg="add mod">
          <ac:chgData name="Eirik Odinsen" userId="33720a3a-92dc-40b5-926e-3b8e80665193" providerId="ADAL" clId="{5050517D-B2A7-4F78-9EF9-37F07E4A0365}" dt="2025-11-28T08:24:53.003" v="571" actId="1076"/>
          <ac:picMkLst>
            <pc:docMk/>
            <pc:sldMk cId="1100061578" sldId="260"/>
            <ac:picMk id="4" creationId="{515822F9-F71A-B9C4-C88D-0566C52D5D82}"/>
          </ac:picMkLst>
        </pc:picChg>
        <pc:picChg chg="mod">
          <ac:chgData name="Eirik Odinsen" userId="33720a3a-92dc-40b5-926e-3b8e80665193" providerId="ADAL" clId="{5050517D-B2A7-4F78-9EF9-37F07E4A0365}" dt="2025-11-27T16:56:14.458" v="354" actId="1076"/>
          <ac:picMkLst>
            <pc:docMk/>
            <pc:sldMk cId="1100061578" sldId="260"/>
            <ac:picMk id="5" creationId="{816408D0-4CD6-2F6B-0857-5830C0C7C31C}"/>
          </ac:picMkLst>
        </pc:picChg>
        <pc:picChg chg="mod">
          <ac:chgData name="Eirik Odinsen" userId="33720a3a-92dc-40b5-926e-3b8e80665193" providerId="ADAL" clId="{5050517D-B2A7-4F78-9EF9-37F07E4A0365}" dt="2025-11-27T16:59:42.153" v="361" actId="1076"/>
          <ac:picMkLst>
            <pc:docMk/>
            <pc:sldMk cId="1100061578" sldId="260"/>
            <ac:picMk id="6" creationId="{C243FD95-4395-C596-7956-1B1A54F2655F}"/>
          </ac:picMkLst>
        </pc:picChg>
        <pc:picChg chg="del">
          <ac:chgData name="Eirik Odinsen" userId="33720a3a-92dc-40b5-926e-3b8e80665193" providerId="ADAL" clId="{5050517D-B2A7-4F78-9EF9-37F07E4A0365}" dt="2025-11-27T16:56:22.759" v="357" actId="21"/>
          <ac:picMkLst>
            <pc:docMk/>
            <pc:sldMk cId="1100061578" sldId="260"/>
            <ac:picMk id="9" creationId="{35098890-3029-7E25-473A-8B4FE0B1A58C}"/>
          </ac:picMkLst>
        </pc:picChg>
        <pc:picChg chg="del">
          <ac:chgData name="Eirik Odinsen" userId="33720a3a-92dc-40b5-926e-3b8e80665193" providerId="ADAL" clId="{5050517D-B2A7-4F78-9EF9-37F07E4A0365}" dt="2025-11-27T16:56:21.139" v="356" actId="21"/>
          <ac:picMkLst>
            <pc:docMk/>
            <pc:sldMk cId="1100061578" sldId="260"/>
            <ac:picMk id="10" creationId="{E3F90469-1684-4E26-EA8D-2D3E714AA31A}"/>
          </ac:picMkLst>
        </pc:picChg>
        <pc:picChg chg="del">
          <ac:chgData name="Eirik Odinsen" userId="33720a3a-92dc-40b5-926e-3b8e80665193" providerId="ADAL" clId="{5050517D-B2A7-4F78-9EF9-37F07E4A0365}" dt="2025-11-27T15:37:01.641" v="122" actId="21"/>
          <ac:picMkLst>
            <pc:docMk/>
            <pc:sldMk cId="1100061578" sldId="260"/>
            <ac:picMk id="12" creationId="{C3C13C7A-EE63-BEAD-01BB-30E7E75B51F9}"/>
          </ac:picMkLst>
        </pc:picChg>
        <pc:picChg chg="del">
          <ac:chgData name="Eirik Odinsen" userId="33720a3a-92dc-40b5-926e-3b8e80665193" providerId="ADAL" clId="{5050517D-B2A7-4F78-9EF9-37F07E4A0365}" dt="2025-11-27T15:37:03.450" v="123" actId="21"/>
          <ac:picMkLst>
            <pc:docMk/>
            <pc:sldMk cId="1100061578" sldId="260"/>
            <ac:picMk id="14" creationId="{0E1C7682-85D0-DD65-30B3-6A1521CF8014}"/>
          </ac:picMkLst>
        </pc:picChg>
      </pc:sldChg>
      <pc:sldChg chg="modSp new mod">
        <pc:chgData name="Eirik Odinsen" userId="33720a3a-92dc-40b5-926e-3b8e80665193" providerId="ADAL" clId="{5050517D-B2A7-4F78-9EF9-37F07E4A0365}" dt="2025-11-28T11:44:15.674" v="739" actId="113"/>
        <pc:sldMkLst>
          <pc:docMk/>
          <pc:sldMk cId="2872446004" sldId="261"/>
        </pc:sldMkLst>
        <pc:spChg chg="mod">
          <ac:chgData name="Eirik Odinsen" userId="33720a3a-92dc-40b5-926e-3b8e80665193" providerId="ADAL" clId="{5050517D-B2A7-4F78-9EF9-37F07E4A0365}" dt="2025-11-27T15:39:39.583" v="135" actId="5793"/>
          <ac:spMkLst>
            <pc:docMk/>
            <pc:sldMk cId="2872446004" sldId="261"/>
            <ac:spMk id="2" creationId="{6BF52ACD-B8F0-D8CD-AFF9-6DEE0C4D0E94}"/>
          </ac:spMkLst>
        </pc:spChg>
        <pc:spChg chg="mod">
          <ac:chgData name="Eirik Odinsen" userId="33720a3a-92dc-40b5-926e-3b8e80665193" providerId="ADAL" clId="{5050517D-B2A7-4F78-9EF9-37F07E4A0365}" dt="2025-11-28T11:44:15.674" v="739" actId="113"/>
          <ac:spMkLst>
            <pc:docMk/>
            <pc:sldMk cId="2872446004" sldId="261"/>
            <ac:spMk id="3" creationId="{04765D83-9AE6-0A1E-AC9B-6043FA6D06D8}"/>
          </ac:spMkLst>
        </pc:spChg>
      </pc:sldChg>
      <pc:sldChg chg="modSp new mod">
        <pc:chgData name="Eirik Odinsen" userId="33720a3a-92dc-40b5-926e-3b8e80665193" providerId="ADAL" clId="{5050517D-B2A7-4F78-9EF9-37F07E4A0365}" dt="2025-11-28T08:51:06.841" v="717" actId="20577"/>
        <pc:sldMkLst>
          <pc:docMk/>
          <pc:sldMk cId="1454847399" sldId="262"/>
        </pc:sldMkLst>
        <pc:spChg chg="mod">
          <ac:chgData name="Eirik Odinsen" userId="33720a3a-92dc-40b5-926e-3b8e80665193" providerId="ADAL" clId="{5050517D-B2A7-4F78-9EF9-37F07E4A0365}" dt="2025-11-28T08:51:06.841" v="717" actId="20577"/>
          <ac:spMkLst>
            <pc:docMk/>
            <pc:sldMk cId="1454847399" sldId="262"/>
            <ac:spMk id="2" creationId="{D2294EC9-407F-8206-6982-0D24F0D735D3}"/>
          </ac:spMkLst>
        </pc:spChg>
        <pc:spChg chg="mod">
          <ac:chgData name="Eirik Odinsen" userId="33720a3a-92dc-40b5-926e-3b8e80665193" providerId="ADAL" clId="{5050517D-B2A7-4F78-9EF9-37F07E4A0365}" dt="2025-11-28T08:51:03.211" v="716" actId="20577"/>
          <ac:spMkLst>
            <pc:docMk/>
            <pc:sldMk cId="1454847399" sldId="262"/>
            <ac:spMk id="3" creationId="{ECA95B73-CD79-382D-52DA-8B667F01790D}"/>
          </ac:spMkLst>
        </pc:spChg>
      </pc:sldChg>
      <pc:sldChg chg="addSp modSp new mod">
        <pc:chgData name="Eirik Odinsen" userId="33720a3a-92dc-40b5-926e-3b8e80665193" providerId="ADAL" clId="{5050517D-B2A7-4F78-9EF9-37F07E4A0365}" dt="2025-11-28T08:50:18.756" v="711" actId="1076"/>
        <pc:sldMkLst>
          <pc:docMk/>
          <pc:sldMk cId="306384194" sldId="263"/>
        </pc:sldMkLst>
        <pc:spChg chg="mod">
          <ac:chgData name="Eirik Odinsen" userId="33720a3a-92dc-40b5-926e-3b8e80665193" providerId="ADAL" clId="{5050517D-B2A7-4F78-9EF9-37F07E4A0365}" dt="2025-11-27T16:50:25.701" v="314" actId="20577"/>
          <ac:spMkLst>
            <pc:docMk/>
            <pc:sldMk cId="306384194" sldId="263"/>
            <ac:spMk id="2" creationId="{8784EDDB-B544-6EFA-2849-C667A7718279}"/>
          </ac:spMkLst>
        </pc:spChg>
        <pc:spChg chg="mod">
          <ac:chgData name="Eirik Odinsen" userId="33720a3a-92dc-40b5-926e-3b8e80665193" providerId="ADAL" clId="{5050517D-B2A7-4F78-9EF9-37F07E4A0365}" dt="2025-11-28T07:45:54.656" v="457" actId="20577"/>
          <ac:spMkLst>
            <pc:docMk/>
            <pc:sldMk cId="306384194" sldId="263"/>
            <ac:spMk id="3" creationId="{BE67E384-A0F4-8872-1759-C8E456CA7E91}"/>
          </ac:spMkLst>
        </pc:spChg>
        <pc:spChg chg="add mod">
          <ac:chgData name="Eirik Odinsen" userId="33720a3a-92dc-40b5-926e-3b8e80665193" providerId="ADAL" clId="{5050517D-B2A7-4F78-9EF9-37F07E4A0365}" dt="2025-11-28T08:50:18.756" v="711" actId="1076"/>
          <ac:spMkLst>
            <pc:docMk/>
            <pc:sldMk cId="306384194" sldId="263"/>
            <ac:spMk id="8" creationId="{3E6E3950-C924-7B34-6231-15E9CB6B12B3}"/>
          </ac:spMkLst>
        </pc:spChg>
        <pc:picChg chg="add mod">
          <ac:chgData name="Eirik Odinsen" userId="33720a3a-92dc-40b5-926e-3b8e80665193" providerId="ADAL" clId="{5050517D-B2A7-4F78-9EF9-37F07E4A0365}" dt="2025-11-28T08:50:11.588" v="708" actId="1076"/>
          <ac:picMkLst>
            <pc:docMk/>
            <pc:sldMk cId="306384194" sldId="263"/>
            <ac:picMk id="5" creationId="{3B0E4D9A-39A4-8B30-04E0-5F276D7A5C51}"/>
          </ac:picMkLst>
        </pc:picChg>
        <pc:picChg chg="add mod">
          <ac:chgData name="Eirik Odinsen" userId="33720a3a-92dc-40b5-926e-3b8e80665193" providerId="ADAL" clId="{5050517D-B2A7-4F78-9EF9-37F07E4A0365}" dt="2025-11-28T07:44:52" v="405" actId="1076"/>
          <ac:picMkLst>
            <pc:docMk/>
            <pc:sldMk cId="306384194" sldId="263"/>
            <ac:picMk id="6" creationId="{7A1CDAC1-438E-E488-53C3-F90C9ADAD2A7}"/>
          </ac:picMkLst>
        </pc:picChg>
      </pc:sldChg>
      <pc:sldChg chg="addSp delSp modSp new mod">
        <pc:chgData name="Eirik Odinsen" userId="33720a3a-92dc-40b5-926e-3b8e80665193" providerId="ADAL" clId="{5050517D-B2A7-4F78-9EF9-37F07E4A0365}" dt="2025-11-28T11:18:59.867" v="734" actId="478"/>
        <pc:sldMkLst>
          <pc:docMk/>
          <pc:sldMk cId="306552792" sldId="264"/>
        </pc:sldMkLst>
        <pc:spChg chg="mod">
          <ac:chgData name="Eirik Odinsen" userId="33720a3a-92dc-40b5-926e-3b8e80665193" providerId="ADAL" clId="{5050517D-B2A7-4F78-9EF9-37F07E4A0365}" dt="2025-11-28T08:38:56.004" v="642" actId="20577"/>
          <ac:spMkLst>
            <pc:docMk/>
            <pc:sldMk cId="306552792" sldId="264"/>
            <ac:spMk id="2" creationId="{9626AC26-76FE-89C8-C4CD-50B38C27F196}"/>
          </ac:spMkLst>
        </pc:spChg>
        <pc:spChg chg="del">
          <ac:chgData name="Eirik Odinsen" userId="33720a3a-92dc-40b5-926e-3b8e80665193" providerId="ADAL" clId="{5050517D-B2A7-4F78-9EF9-37F07E4A0365}" dt="2025-11-28T11:18:59.867" v="734" actId="478"/>
          <ac:spMkLst>
            <pc:docMk/>
            <pc:sldMk cId="306552792" sldId="264"/>
            <ac:spMk id="3" creationId="{F2831F86-C5D3-C566-1A30-DF6CE4A075AD}"/>
          </ac:spMkLst>
        </pc:spChg>
        <pc:spChg chg="add del">
          <ac:chgData name="Eirik Odinsen" userId="33720a3a-92dc-40b5-926e-3b8e80665193" providerId="ADAL" clId="{5050517D-B2A7-4F78-9EF9-37F07E4A0365}" dt="2025-11-28T08:39:02.544" v="644" actId="21"/>
          <ac:spMkLst>
            <pc:docMk/>
            <pc:sldMk cId="306552792" sldId="264"/>
            <ac:spMk id="5" creationId="{6B9392BD-5BD8-C288-824B-97E2C253C250}"/>
          </ac:spMkLst>
        </pc:spChg>
        <pc:picChg chg="add mod">
          <ac:chgData name="Eirik Odinsen" userId="33720a3a-92dc-40b5-926e-3b8e80665193" providerId="ADAL" clId="{5050517D-B2A7-4F78-9EF9-37F07E4A0365}" dt="2025-11-28T08:39:41.548" v="652" actId="1076"/>
          <ac:picMkLst>
            <pc:docMk/>
            <pc:sldMk cId="306552792" sldId="264"/>
            <ac:picMk id="7" creationId="{57914148-0273-E0A1-7732-B9E030154C10}"/>
          </ac:picMkLst>
        </pc:picChg>
        <pc:picChg chg="add mod">
          <ac:chgData name="Eirik Odinsen" userId="33720a3a-92dc-40b5-926e-3b8e80665193" providerId="ADAL" clId="{5050517D-B2A7-4F78-9EF9-37F07E4A0365}" dt="2025-11-28T08:39:42.829" v="653" actId="1076"/>
          <ac:picMkLst>
            <pc:docMk/>
            <pc:sldMk cId="306552792" sldId="264"/>
            <ac:picMk id="9" creationId="{6552126E-4219-3903-9156-AE31D5C50DB4}"/>
          </ac:picMkLst>
        </pc:picChg>
        <pc:cxnChg chg="add">
          <ac:chgData name="Eirik Odinsen" userId="33720a3a-92dc-40b5-926e-3b8e80665193" providerId="ADAL" clId="{5050517D-B2A7-4F78-9EF9-37F07E4A0365}" dt="2025-11-28T08:39:55.654" v="654" actId="11529"/>
          <ac:cxnSpMkLst>
            <pc:docMk/>
            <pc:sldMk cId="306552792" sldId="264"/>
            <ac:cxnSpMk id="11" creationId="{9DBF85B8-4974-4C48-0346-AF7A2F4B2D0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51034-94CB-4EA9-9CA9-4178E5F1E76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CD36A-0CBF-4F03-A3EC-428874B6F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1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</a:t>
            </a:r>
            <a:r>
              <a:rPr lang="en-US" b="1" dirty="0"/>
              <a:t>deterministic functions of the same variable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CD36A-0CBF-4F03-A3EC-428874B6FF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1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F1E6-97E6-0EB4-D213-947080AEE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3B587-D1B7-6B9A-7C6B-B0371FB5C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8E35-C554-9714-3CCB-20229B22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2AE4-4BCB-82C4-184B-8A13EC38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6E8E8-7176-2912-9435-A04CADBA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9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D5C0-B7CF-E076-930E-B4849EA1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8AC3-5CF2-CFD6-4F85-E6CCFEE2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DB221-D615-4EC8-3A62-E3194D99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6143-5C99-5990-E796-BD0D93C7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FF3C-102B-C68A-424B-22001BF2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7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2FB7-25E8-44DC-9919-C78C0781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B33FD-095E-52F7-63CF-858E67D2C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60C68-89E1-870F-B7C8-531575C6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6937-A28B-B3FD-3BCA-D286E2BF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D876-D0AC-3DEA-A8E4-6AC56050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93EF-433D-BC42-7E98-CC2F8BA7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51D4-2C3D-62AA-75ED-B8C5D395C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DFE25-98FE-AED0-2161-24DDDDBBA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6FEFF-1573-221D-C02E-65DA8B7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198FC-F4EF-8DDA-5D89-5E676212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86555-1426-06CF-ED1E-6835CF69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9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3C75-3EE1-B2BD-1FDD-87D55629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F9733-3444-0E45-2ADF-AD4A4B847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AFB53-5246-B493-AFDD-C02A39C4E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5F262-626C-D95E-0378-CD7BF71C7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F88AE-1699-F1AE-E8BF-10E82911E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1FA56-11CB-F701-867E-40AD6867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36D9C-79F7-733A-2C20-FD35F80D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9AE91-10D2-0352-07E4-1A68D88D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9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E378-D029-6FB3-B45C-7C87425F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0AF21-AFDF-BDB0-6A8F-8C55D48F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43D9E-8CE0-078E-1298-FEA9D3AF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A20F2-2B14-0EB1-2535-1271AFFC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92FD1-5518-59F4-7B41-2FE5D7C6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7BE2D-5CE0-8BB1-CF40-C4836F6A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295F-B585-4D11-6C74-6521E862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8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7EFD-DE9A-45F2-0CB0-236D9D5C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DBAFF-C4EE-C429-A8A7-F5E20117C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B2557-6A08-4CAC-0577-A88F08F18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6B3C8-E0C3-A9CD-ABB6-6C23FD13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F21D8-9120-4291-A13B-C534040A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433C1-755D-18BC-7E99-836283CE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AA0C-015E-2F5D-DAC6-B8868C76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46EE9-2F71-FFF2-0BE1-40E83C14E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DEFC5-9B85-FB22-B475-E3916882A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D1047-285B-F38C-4FB0-BC6617D0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C1B9-64D7-2200-F680-8879B243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9BFF2-ECF3-E2A0-D581-92DDD8A5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8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C6CF-7737-6B9A-67AF-9FAEC381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29553-C558-6DE3-1C8C-8C39B94B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B218A-4042-B66F-688D-2CBC7529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BF5BE-76E6-7624-39FA-BBDAA41C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C3257-5D1A-649A-7BE5-9B8CBFD5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502E0-51E3-1391-00B7-6AB806E70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35EB3-8459-6F31-BF71-FEBB32B3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95766-34E1-DA20-03FF-D28A770E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2595-F003-58DB-85D1-41CDA9FF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97462-64D7-506F-B05E-AEF4DA14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6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DE440-BC8F-4803-E37D-C16C7F0E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6DD7A-05B2-AB42-C7ED-F95318082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70012-0C8A-4F68-5421-39BF166C9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84A73-0FAA-4E0A-9011-0EB9479993D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A3348-C6F5-269B-D0BF-90387950F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C814-F8FB-DB4D-3444-A841A8762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48BDB-1BD8-43D3-9381-FBEC92B70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3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C1F4-7D0A-6595-779E-3A81589EE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Kernel 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7D6A4-291E-084B-4A24-2F0B2937E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Nonlinear source separation using kernel methods</a:t>
            </a:r>
          </a:p>
          <a:p>
            <a:r>
              <a:rPr lang="en-US" dirty="0"/>
              <a:t>Week 13, Group 5</a:t>
            </a:r>
          </a:p>
        </p:txBody>
      </p:sp>
    </p:spTree>
    <p:extLst>
      <p:ext uri="{BB962C8B-B14F-4D97-AF65-F5344CB8AC3E}">
        <p14:creationId xmlns:p14="http://schemas.microsoft.com/office/powerpoint/2010/main" val="347213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7112-260C-C146-91AE-EE03106C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2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ICA</a:t>
            </a:r>
            <a:br>
              <a:rPr lang="en-US" dirty="0"/>
            </a:br>
            <a:r>
              <a:rPr lang="en-US" sz="2200" dirty="0"/>
              <a:t>Independent Component Analysis is a method for separating mixed signals into statistically independent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C3862-F7C2-0779-E8D6-82363F66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47" y="3027786"/>
            <a:ext cx="666590" cy="1438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8E736-E299-469A-BE02-268EF3ED0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862" y="3091487"/>
            <a:ext cx="666591" cy="14388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BA6C6F-8193-EC0F-FC86-5A594688CC63}"/>
              </a:ext>
            </a:extLst>
          </p:cNvPr>
          <p:cNvSpPr/>
          <p:nvPr/>
        </p:nvSpPr>
        <p:spPr>
          <a:xfrm>
            <a:off x="563136" y="1325564"/>
            <a:ext cx="11301761" cy="4746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ROOM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1E207-FCC7-FAB2-6E9B-BB4CB22B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089" y="1628890"/>
            <a:ext cx="6161511" cy="4236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05630C-6008-5D0A-9BC6-F9BA01B24379}"/>
              </a:ext>
            </a:extLst>
          </p:cNvPr>
          <p:cNvSpPr txBox="1"/>
          <p:nvPr/>
        </p:nvSpPr>
        <p:spPr>
          <a:xfrm>
            <a:off x="8544431" y="6420843"/>
            <a:ext cx="34820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FIG: https://github.com/vishwajeet97/Cocktail-Party-Problem/tree/master</a:t>
            </a:r>
          </a:p>
        </p:txBody>
      </p:sp>
    </p:spTree>
    <p:extLst>
      <p:ext uri="{BB962C8B-B14F-4D97-AF65-F5344CB8AC3E}">
        <p14:creationId xmlns:p14="http://schemas.microsoft.com/office/powerpoint/2010/main" val="154667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AC26-76FE-89C8-C4CD-50B38C27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14148-0273-E0A1-7732-B9E03015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90" y="2320011"/>
            <a:ext cx="4476061" cy="3077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52126E-4219-3903-9156-AE31D5C5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632" y="2785161"/>
            <a:ext cx="6504549" cy="214743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BF85B8-4974-4C48-0346-AF7A2F4B2D05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4849251" y="3858879"/>
            <a:ext cx="8883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5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2ACD-B8F0-D8CD-AFF9-6DEE0C4D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765D83-9AE6-0A1E-AC9B-6043FA6D0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Classical ICA assumes a </a:t>
                </a:r>
                <a:r>
                  <a:rPr lang="en-US" b="1" dirty="0"/>
                  <a:t>linear mixing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real-world systems are often nonlinear:</a:t>
                </a:r>
              </a:p>
              <a:p>
                <a:r>
                  <a:rPr lang="en-US" dirty="0"/>
                  <a:t>Sensors saturate</a:t>
                </a:r>
              </a:p>
              <a:p>
                <a:r>
                  <a:rPr lang="en-US" dirty="0"/>
                  <a:t>Microphones distort</a:t>
                </a:r>
              </a:p>
              <a:p>
                <a:r>
                  <a:rPr lang="en-US" dirty="0"/>
                  <a:t>When the mixing is nonlinear, ICA fails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765D83-9AE6-0A1E-AC9B-6043FA6D0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44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5E96-41B9-B333-172C-7CEB10E2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6650-C419-0386-7AC7-2D2ADA5BD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29" y="0"/>
            <a:ext cx="11054576" cy="1325563"/>
          </a:xfrm>
        </p:spPr>
        <p:txBody>
          <a:bodyPr/>
          <a:lstStyle/>
          <a:p>
            <a:r>
              <a:rPr lang="en-US" dirty="0"/>
              <a:t>Case: Microphone saturates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408D0-4CD6-2F6B-0857-5830C0C7C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829" y="2853832"/>
            <a:ext cx="666590" cy="1438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3FD95-4395-C596-7956-1B1A54F2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033" y="2853828"/>
            <a:ext cx="666591" cy="14388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71D597-4BFE-9D0A-B56D-87E1EA93E540}"/>
              </a:ext>
            </a:extLst>
          </p:cNvPr>
          <p:cNvSpPr/>
          <p:nvPr/>
        </p:nvSpPr>
        <p:spPr>
          <a:xfrm>
            <a:off x="540834" y="942278"/>
            <a:ext cx="11301761" cy="5804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822F9-F71A-B9C4-C88D-0566C52D5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46" y="2009909"/>
            <a:ext cx="4259960" cy="3543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C50976-EA3E-ED62-4189-144B63153EDA}"/>
              </a:ext>
            </a:extLst>
          </p:cNvPr>
          <p:cNvSpPr txBox="1"/>
          <p:nvPr/>
        </p:nvSpPr>
        <p:spPr>
          <a:xfrm>
            <a:off x="8374378" y="4873257"/>
            <a:ext cx="2770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ß"/>
            </a:pPr>
            <a:r>
              <a:rPr lang="en-US" dirty="0"/>
              <a:t>ICA fails</a:t>
            </a:r>
          </a:p>
          <a:p>
            <a:pPr marL="285750" indent="-285750">
              <a:buFont typeface="Wingdings" panose="05000000000000000000" pitchFamily="2" charset="2"/>
              <a:buChar char="ß"/>
            </a:pPr>
            <a:r>
              <a:rPr lang="en-US" dirty="0"/>
              <a:t>(</a:t>
            </a:r>
            <a:r>
              <a:rPr lang="en-US" b="1" dirty="0"/>
              <a:t>only for visualization)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6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87D5-494F-17FE-4B21-11A4E525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to Kernel 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6B17-EF8F-394E-9432-4A21F394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971"/>
            <a:ext cx="10515600" cy="49375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bit like the kernel trick</a:t>
            </a:r>
          </a:p>
          <a:p>
            <a:endParaRPr lang="en-US" dirty="0"/>
          </a:p>
          <a:p>
            <a:r>
              <a:rPr lang="en-US" b="1" dirty="0"/>
              <a:t>Apply a nonlinear kernel</a:t>
            </a:r>
            <a:r>
              <a:rPr lang="en-US" dirty="0"/>
              <a:t> to implicitly map the data into a very high-dimensional feature space</a:t>
            </a:r>
          </a:p>
          <a:p>
            <a:endParaRPr lang="en-US" dirty="0"/>
          </a:p>
          <a:p>
            <a:r>
              <a:rPr lang="en-US" dirty="0"/>
              <a:t>Kernel ICA maximizes independence of transformed signals</a:t>
            </a:r>
          </a:p>
          <a:p>
            <a:endParaRPr lang="en-US" dirty="0"/>
          </a:p>
          <a:p>
            <a:r>
              <a:rPr lang="en-US" dirty="0"/>
              <a:t>Independencies measured using kernel-based dependencies such as:</a:t>
            </a:r>
          </a:p>
          <a:p>
            <a:pPr lvl="1"/>
            <a:r>
              <a:rPr lang="en-US" b="1" dirty="0"/>
              <a:t>KCCA</a:t>
            </a:r>
            <a:r>
              <a:rPr lang="en-US" dirty="0"/>
              <a:t> (</a:t>
            </a:r>
            <a:r>
              <a:rPr lang="en-GB" dirty="0"/>
              <a:t>Kernel Canonical Correlation Analysis)</a:t>
            </a:r>
          </a:p>
          <a:p>
            <a:pPr lvl="1"/>
            <a:r>
              <a:rPr lang="en-US" b="1" dirty="0"/>
              <a:t>HSIC</a:t>
            </a:r>
            <a:r>
              <a:rPr lang="en-US" dirty="0"/>
              <a:t> (</a:t>
            </a:r>
            <a:r>
              <a:rPr lang="en-GB" dirty="0"/>
              <a:t>Hilbert-Schmidt Independence Criterion)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6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EDDB-B544-6EFA-2849-C667A771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ICA vs Kernel 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E384-A0F4-8872-1759-C8E456CA7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the procedure by Bach et al,. [1]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E4D9A-39A4-8B30-04E0-5F276D7A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26" y="2530936"/>
            <a:ext cx="4622373" cy="3844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1CDAC1-438E-E488-53C3-F90C9ADAD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181" y="4666785"/>
            <a:ext cx="1886213" cy="1381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6E3950-C924-7B34-6231-15E9CB6B12B3}"/>
              </a:ext>
            </a:extLst>
          </p:cNvPr>
          <p:cNvSpPr txBox="1"/>
          <p:nvPr/>
        </p:nvSpPr>
        <p:spPr>
          <a:xfrm>
            <a:off x="6728367" y="2646041"/>
            <a:ext cx="6096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X1 = </a:t>
            </a:r>
            <a:r>
              <a:rPr lang="en-US" dirty="0" err="1"/>
              <a:t>np.tanh</a:t>
            </a:r>
            <a:r>
              <a:rPr lang="en-US" dirty="0"/>
              <a:t>(s1) + 0.5 * (s2 ** 2)</a:t>
            </a:r>
          </a:p>
          <a:p>
            <a:r>
              <a:rPr lang="en-US" dirty="0"/>
              <a:t>X2 = </a:t>
            </a:r>
            <a:r>
              <a:rPr lang="en-US" dirty="0" err="1"/>
              <a:t>np.tanh</a:t>
            </a:r>
            <a:r>
              <a:rPr lang="en-US" dirty="0"/>
              <a:t>(s2) + 0.3 * (s1 ** 2)</a:t>
            </a:r>
          </a:p>
          <a:p>
            <a:r>
              <a:rPr lang="en-US" dirty="0"/>
              <a:t>Y = </a:t>
            </a:r>
            <a:r>
              <a:rPr lang="en-US" dirty="0" err="1"/>
              <a:t>np.c</a:t>
            </a:r>
            <a:r>
              <a:rPr lang="en-US" dirty="0"/>
              <a:t>_[X1, X2]</a:t>
            </a:r>
          </a:p>
        </p:txBody>
      </p:sp>
    </p:spTree>
    <p:extLst>
      <p:ext uri="{BB962C8B-B14F-4D97-AF65-F5344CB8AC3E}">
        <p14:creationId xmlns:p14="http://schemas.microsoft.com/office/powerpoint/2010/main" val="30638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EC9-407F-8206-6982-0D24F0D7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95B73-CD79-382D-52DA-8B667F017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 Bach, F. R., &amp; Jordan, M. I. (2002). Kernel independent component analysis. </a:t>
            </a:r>
            <a:r>
              <a:rPr lang="en-US" i="1" dirty="0"/>
              <a:t>Journal of Machine Learning Research, 3</a:t>
            </a:r>
            <a:r>
              <a:rPr lang="en-US" dirty="0"/>
              <a:t>, 1–48.</a:t>
            </a:r>
          </a:p>
          <a:p>
            <a:pPr marL="0" indent="0">
              <a:buNone/>
            </a:pPr>
            <a:r>
              <a:rPr lang="en-US" dirty="0"/>
              <a:t>2 https://github.com/vishwajeet97/Cocktail-Party-Problem/tree/master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84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Widescreen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Kernel ICA</vt:lpstr>
      <vt:lpstr>ICA Independent Component Analysis is a method for separating mixed signals into statistically independent sources</vt:lpstr>
      <vt:lpstr>ICA</vt:lpstr>
      <vt:lpstr>But…</vt:lpstr>
      <vt:lpstr>Case: Microphone saturates</vt:lpstr>
      <vt:lpstr>Over to Kernel ICA</vt:lpstr>
      <vt:lpstr>ICA vs Kernel ICA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Eirik Odinsen</dc:creator>
  <cp:lastModifiedBy>Eirik Odinsen</cp:lastModifiedBy>
  <cp:revision>1</cp:revision>
  <dcterms:created xsi:type="dcterms:W3CDTF">2025-11-27T14:58:14Z</dcterms:created>
  <dcterms:modified xsi:type="dcterms:W3CDTF">2025-11-28T11:48:39Z</dcterms:modified>
</cp:coreProperties>
</file>